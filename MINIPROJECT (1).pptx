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8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413" r:id="rId6"/>
    <p:sldId id="391" r:id="rId7"/>
    <p:sldId id="408" r:id="rId8"/>
    <p:sldId id="406" r:id="rId9"/>
    <p:sldId id="404" r:id="rId10"/>
    <p:sldId id="403" r:id="rId11"/>
    <p:sldId id="411" r:id="rId12"/>
    <p:sldId id="383" r:id="rId13"/>
    <p:sldId id="412" r:id="rId14"/>
    <p:sldId id="414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7DCEDD-71C1-40D7-A500-C054DB8D6CB1}" v="117" dt="2025-10-07T19:15:01.348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327" autoAdjust="0"/>
  </p:normalViewPr>
  <p:slideViewPr>
    <p:cSldViewPr snapToGrid="0">
      <p:cViewPr varScale="1">
        <p:scale>
          <a:sx n="73" d="100"/>
          <a:sy n="73" d="100"/>
        </p:scale>
        <p:origin x="77" y="19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ikarjun Maigur" userId="a30a0d9b16459ee3" providerId="LiveId" clId="{CD49A12E-392A-4502-9956-E98430C1E9A5}"/>
    <pc:docChg chg="undo redo custSel mod addSld delSld modSld sldOrd">
      <pc:chgData name="Mallikarjun Maigur" userId="a30a0d9b16459ee3" providerId="LiveId" clId="{CD49A12E-392A-4502-9956-E98430C1E9A5}" dt="2025-10-07T19:24:40.782" v="779" actId="20577"/>
      <pc:docMkLst>
        <pc:docMk/>
      </pc:docMkLst>
      <pc:sldChg chg="addSp delSp modSp mod ord">
        <pc:chgData name="Mallikarjun Maigur" userId="a30a0d9b16459ee3" providerId="LiveId" clId="{CD49A12E-392A-4502-9956-E98430C1E9A5}" dt="2025-10-07T19:15:39.434" v="681" actId="20577"/>
        <pc:sldMkLst>
          <pc:docMk/>
          <pc:sldMk cId="3346685798" sldId="383"/>
        </pc:sldMkLst>
        <pc:spChg chg="mod">
          <ac:chgData name="Mallikarjun Maigur" userId="a30a0d9b16459ee3" providerId="LiveId" clId="{CD49A12E-392A-4502-9956-E98430C1E9A5}" dt="2025-10-07T19:13:05.980" v="649" actId="2711"/>
          <ac:spMkLst>
            <pc:docMk/>
            <pc:sldMk cId="3346685798" sldId="383"/>
            <ac:spMk id="2" creationId="{B530BF65-C84B-45C3-72CA-AFDA68851174}"/>
          </ac:spMkLst>
        </pc:spChg>
        <pc:spChg chg="del mod">
          <ac:chgData name="Mallikarjun Maigur" userId="a30a0d9b16459ee3" providerId="LiveId" clId="{CD49A12E-392A-4502-9956-E98430C1E9A5}" dt="2025-10-07T19:09:52.962" v="625" actId="21"/>
          <ac:spMkLst>
            <pc:docMk/>
            <pc:sldMk cId="3346685798" sldId="383"/>
            <ac:spMk id="3" creationId="{3B8EBC2C-6DD7-5003-38EB-40753046FE8C}"/>
          </ac:spMkLst>
        </pc:spChg>
        <pc:spChg chg="add">
          <ac:chgData name="Mallikarjun Maigur" userId="a30a0d9b16459ee3" providerId="LiveId" clId="{CD49A12E-392A-4502-9956-E98430C1E9A5}" dt="2025-10-07T18:39:00.418" v="420"/>
          <ac:spMkLst>
            <pc:docMk/>
            <pc:sldMk cId="3346685798" sldId="383"/>
            <ac:spMk id="4" creationId="{1CE7333B-A283-802F-EF16-A33106543B78}"/>
          </ac:spMkLst>
        </pc:spChg>
        <pc:spChg chg="add mod">
          <ac:chgData name="Mallikarjun Maigur" userId="a30a0d9b16459ee3" providerId="LiveId" clId="{CD49A12E-392A-4502-9956-E98430C1E9A5}" dt="2025-10-07T18:39:04.457" v="421"/>
          <ac:spMkLst>
            <pc:docMk/>
            <pc:sldMk cId="3346685798" sldId="383"/>
            <ac:spMk id="5" creationId="{FF81A5C0-93F6-A633-6144-333A357D205C}"/>
          </ac:spMkLst>
        </pc:spChg>
        <pc:spChg chg="add mod">
          <ac:chgData name="Mallikarjun Maigur" userId="a30a0d9b16459ee3" providerId="LiveId" clId="{CD49A12E-392A-4502-9956-E98430C1E9A5}" dt="2025-10-07T19:10:11.384" v="626"/>
          <ac:spMkLst>
            <pc:docMk/>
            <pc:sldMk cId="3346685798" sldId="383"/>
            <ac:spMk id="6" creationId="{3B8EBC2C-6DD7-5003-38EB-40753046FE8C}"/>
          </ac:spMkLst>
        </pc:spChg>
        <pc:spChg chg="add del mod">
          <ac:chgData name="Mallikarjun Maigur" userId="a30a0d9b16459ee3" providerId="LiveId" clId="{CD49A12E-392A-4502-9956-E98430C1E9A5}" dt="2025-10-07T19:13:20.607" v="660"/>
          <ac:spMkLst>
            <pc:docMk/>
            <pc:sldMk cId="3346685798" sldId="383"/>
            <ac:spMk id="8" creationId="{C66DB48D-AD47-0CDE-BE89-CFD83E692625}"/>
          </ac:spMkLst>
        </pc:spChg>
        <pc:spChg chg="add mod">
          <ac:chgData name="Mallikarjun Maigur" userId="a30a0d9b16459ee3" providerId="LiveId" clId="{CD49A12E-392A-4502-9956-E98430C1E9A5}" dt="2025-10-07T19:15:39.434" v="681" actId="20577"/>
          <ac:spMkLst>
            <pc:docMk/>
            <pc:sldMk cId="3346685798" sldId="383"/>
            <ac:spMk id="10" creationId="{AAB3AB19-3774-EC67-15D6-C653D6DC8F84}"/>
          </ac:spMkLst>
        </pc:spChg>
      </pc:sldChg>
      <pc:sldChg chg="add del">
        <pc:chgData name="Mallikarjun Maigur" userId="a30a0d9b16459ee3" providerId="LiveId" clId="{CD49A12E-392A-4502-9956-E98430C1E9A5}" dt="2025-10-07T18:40:24.559" v="435"/>
        <pc:sldMkLst>
          <pc:docMk/>
          <pc:sldMk cId="351617763" sldId="389"/>
        </pc:sldMkLst>
      </pc:sldChg>
      <pc:sldChg chg="addSp delSp modSp del mod">
        <pc:chgData name="Mallikarjun Maigur" userId="a30a0d9b16459ee3" providerId="LiveId" clId="{CD49A12E-392A-4502-9956-E98430C1E9A5}" dt="2025-10-07T18:40:18.657" v="433" actId="2696"/>
        <pc:sldMkLst>
          <pc:docMk/>
          <pc:sldMk cId="1440871986" sldId="389"/>
        </pc:sldMkLst>
        <pc:spChg chg="mod">
          <ac:chgData name="Mallikarjun Maigur" userId="a30a0d9b16459ee3" providerId="LiveId" clId="{CD49A12E-392A-4502-9956-E98430C1E9A5}" dt="2025-10-07T18:40:08.695" v="431" actId="1076"/>
          <ac:spMkLst>
            <pc:docMk/>
            <pc:sldMk cId="1440871986" sldId="389"/>
            <ac:spMk id="2" creationId="{65B8CE60-587E-1D5C-8B50-ED3441BA49CE}"/>
          </ac:spMkLst>
        </pc:spChg>
        <pc:spChg chg="add mod">
          <ac:chgData name="Mallikarjun Maigur" userId="a30a0d9b16459ee3" providerId="LiveId" clId="{CD49A12E-392A-4502-9956-E98430C1E9A5}" dt="2025-10-07T18:39:51.745" v="429" actId="21"/>
          <ac:spMkLst>
            <pc:docMk/>
            <pc:sldMk cId="1440871986" sldId="389"/>
            <ac:spMk id="5" creationId="{0CF17A38-835F-8CD6-7EA9-4235B619910D}"/>
          </ac:spMkLst>
        </pc:spChg>
        <pc:picChg chg="del mod">
          <ac:chgData name="Mallikarjun Maigur" userId="a30a0d9b16459ee3" providerId="LiveId" clId="{CD49A12E-392A-4502-9956-E98430C1E9A5}" dt="2025-10-07T18:39:51.745" v="429" actId="21"/>
          <ac:picMkLst>
            <pc:docMk/>
            <pc:sldMk cId="1440871986" sldId="389"/>
            <ac:picMk id="12" creationId="{7D5BDB53-9169-3BBC-9362-0539514AC7DD}"/>
          </ac:picMkLst>
        </pc:picChg>
      </pc:sldChg>
      <pc:sldChg chg="add del">
        <pc:chgData name="Mallikarjun Maigur" userId="a30a0d9b16459ee3" providerId="LiveId" clId="{CD49A12E-392A-4502-9956-E98430C1E9A5}" dt="2025-10-07T18:40:32.790" v="437"/>
        <pc:sldMkLst>
          <pc:docMk/>
          <pc:sldMk cId="1972334437" sldId="389"/>
        </pc:sldMkLst>
      </pc:sldChg>
      <pc:sldChg chg="addSp delSp modSp mod">
        <pc:chgData name="Mallikarjun Maigur" userId="a30a0d9b16459ee3" providerId="LiveId" clId="{CD49A12E-392A-4502-9956-E98430C1E9A5}" dt="2025-10-07T18:44:57.862" v="480" actId="1076"/>
        <pc:sldMkLst>
          <pc:docMk/>
          <pc:sldMk cId="3200312026" sldId="391"/>
        </pc:sldMkLst>
        <pc:spChg chg="add del mod">
          <ac:chgData name="Mallikarjun Maigur" userId="a30a0d9b16459ee3" providerId="LiveId" clId="{CD49A12E-392A-4502-9956-E98430C1E9A5}" dt="2025-10-07T18:44:40.883" v="479"/>
          <ac:spMkLst>
            <pc:docMk/>
            <pc:sldMk cId="3200312026" sldId="391"/>
            <ac:spMk id="2" creationId="{B133B044-4629-46A3-158A-C49C8BC1300B}"/>
          </ac:spMkLst>
        </pc:spChg>
        <pc:spChg chg="mod">
          <ac:chgData name="Mallikarjun Maigur" userId="a30a0d9b16459ee3" providerId="LiveId" clId="{CD49A12E-392A-4502-9956-E98430C1E9A5}" dt="2025-10-07T18:41:24.925" v="454" actId="20577"/>
          <ac:spMkLst>
            <pc:docMk/>
            <pc:sldMk cId="3200312026" sldId="391"/>
            <ac:spMk id="3" creationId="{545D3755-C3E2-975E-DE68-CDECC4B526EC}"/>
          </ac:spMkLst>
        </pc:spChg>
        <pc:spChg chg="add del mod">
          <ac:chgData name="Mallikarjun Maigur" userId="a30a0d9b16459ee3" providerId="LiveId" clId="{CD49A12E-392A-4502-9956-E98430C1E9A5}" dt="2025-10-07T18:43:45.042" v="466" actId="478"/>
          <ac:spMkLst>
            <pc:docMk/>
            <pc:sldMk cId="3200312026" sldId="391"/>
            <ac:spMk id="4" creationId="{66DFE510-C102-46D6-2A29-8B3ED3C55533}"/>
          </ac:spMkLst>
        </pc:spChg>
        <pc:spChg chg="add del mod">
          <ac:chgData name="Mallikarjun Maigur" userId="a30a0d9b16459ee3" providerId="LiveId" clId="{CD49A12E-392A-4502-9956-E98430C1E9A5}" dt="2025-10-07T18:44:03.627" v="470"/>
          <ac:spMkLst>
            <pc:docMk/>
            <pc:sldMk cId="3200312026" sldId="391"/>
            <ac:spMk id="5" creationId="{42449040-4EFE-A817-AE71-FEDA1DAE2302}"/>
          </ac:spMkLst>
        </pc:spChg>
        <pc:spChg chg="mod">
          <ac:chgData name="Mallikarjun Maigur" userId="a30a0d9b16459ee3" providerId="LiveId" clId="{CD49A12E-392A-4502-9956-E98430C1E9A5}" dt="2025-10-07T18:43:27.259" v="465"/>
          <ac:spMkLst>
            <pc:docMk/>
            <pc:sldMk cId="3200312026" sldId="391"/>
            <ac:spMk id="7" creationId="{F70BD87D-F7DA-961B-4024-A354DC87D168}"/>
          </ac:spMkLst>
        </pc:spChg>
        <pc:spChg chg="mod">
          <ac:chgData name="Mallikarjun Maigur" userId="a30a0d9b16459ee3" providerId="LiveId" clId="{CD49A12E-392A-4502-9956-E98430C1E9A5}" dt="2025-10-07T18:44:57.862" v="480" actId="1076"/>
          <ac:spMkLst>
            <pc:docMk/>
            <pc:sldMk cId="3200312026" sldId="391"/>
            <ac:spMk id="20" creationId="{7E473402-19FD-A5B0-5CB6-E5F3926D3828}"/>
          </ac:spMkLst>
        </pc:spChg>
        <pc:spChg chg="mod">
          <ac:chgData name="Mallikarjun Maigur" userId="a30a0d9b16459ee3" providerId="LiveId" clId="{CD49A12E-392A-4502-9956-E98430C1E9A5}" dt="2025-10-07T18:44:57.862" v="480" actId="1076"/>
          <ac:spMkLst>
            <pc:docMk/>
            <pc:sldMk cId="3200312026" sldId="391"/>
            <ac:spMk id="21" creationId="{879D1CAD-2EA2-9376-7B64-0C3AC590F651}"/>
          </ac:spMkLst>
        </pc:spChg>
        <pc:spChg chg="mod">
          <ac:chgData name="Mallikarjun Maigur" userId="a30a0d9b16459ee3" providerId="LiveId" clId="{CD49A12E-392A-4502-9956-E98430C1E9A5}" dt="2025-10-07T18:44:57.862" v="480" actId="1076"/>
          <ac:spMkLst>
            <pc:docMk/>
            <pc:sldMk cId="3200312026" sldId="391"/>
            <ac:spMk id="22" creationId="{B16F8906-918C-BE0B-A4AB-6A1D48150AC7}"/>
          </ac:spMkLst>
        </pc:spChg>
        <pc:grpChg chg="mod">
          <ac:chgData name="Mallikarjun Maigur" userId="a30a0d9b16459ee3" providerId="LiveId" clId="{CD49A12E-392A-4502-9956-E98430C1E9A5}" dt="2025-10-07T18:44:57.862" v="480" actId="1076"/>
          <ac:grpSpMkLst>
            <pc:docMk/>
            <pc:sldMk cId="3200312026" sldId="391"/>
            <ac:grpSpMk id="19" creationId="{C78CEA4F-D72A-C069-6A51-328B103CA0CA}"/>
          </ac:grpSpMkLst>
        </pc:grpChg>
      </pc:sldChg>
      <pc:sldChg chg="del">
        <pc:chgData name="Mallikarjun Maigur" userId="a30a0d9b16459ee3" providerId="LiveId" clId="{CD49A12E-392A-4502-9956-E98430C1E9A5}" dt="2025-10-07T18:46:38.539" v="488" actId="2696"/>
        <pc:sldMkLst>
          <pc:docMk/>
          <pc:sldMk cId="2039059756" sldId="397"/>
        </pc:sldMkLst>
      </pc:sldChg>
      <pc:sldChg chg="delSp modSp mod">
        <pc:chgData name="Mallikarjun Maigur" userId="a30a0d9b16459ee3" providerId="LiveId" clId="{CD49A12E-392A-4502-9956-E98430C1E9A5}" dt="2025-10-07T19:16:28.292" v="687" actId="2711"/>
        <pc:sldMkLst>
          <pc:docMk/>
          <pc:sldMk cId="4261132419" sldId="398"/>
        </pc:sldMkLst>
        <pc:spChg chg="mod">
          <ac:chgData name="Mallikarjun Maigur" userId="a30a0d9b16459ee3" providerId="LiveId" clId="{CD49A12E-392A-4502-9956-E98430C1E9A5}" dt="2025-10-07T19:16:28.292" v="687" actId="2711"/>
          <ac:spMkLst>
            <pc:docMk/>
            <pc:sldMk cId="4261132419" sldId="398"/>
            <ac:spMk id="2" creationId="{F810C1B7-6E4E-3DEE-50C0-1CA3B14303EE}"/>
          </ac:spMkLst>
        </pc:spChg>
        <pc:spChg chg="del mod">
          <ac:chgData name="Mallikarjun Maigur" userId="a30a0d9b16459ee3" providerId="LiveId" clId="{CD49A12E-392A-4502-9956-E98430C1E9A5}" dt="2025-10-07T19:16:16.092" v="686" actId="21"/>
          <ac:spMkLst>
            <pc:docMk/>
            <pc:sldMk cId="4261132419" sldId="398"/>
            <ac:spMk id="3" creationId="{8BE734F0-2DDD-AF70-F13D-F9E4C1929411}"/>
          </ac:spMkLst>
        </pc:spChg>
      </pc:sldChg>
      <pc:sldChg chg="addSp delSp modSp mod">
        <pc:chgData name="Mallikarjun Maigur" userId="a30a0d9b16459ee3" providerId="LiveId" clId="{CD49A12E-392A-4502-9956-E98430C1E9A5}" dt="2025-10-07T19:03:56.704" v="585" actId="9405"/>
        <pc:sldMkLst>
          <pc:docMk/>
          <pc:sldMk cId="752428618" sldId="403"/>
        </pc:sldMkLst>
        <pc:spChg chg="mod">
          <ac:chgData name="Mallikarjun Maigur" userId="a30a0d9b16459ee3" providerId="LiveId" clId="{CD49A12E-392A-4502-9956-E98430C1E9A5}" dt="2025-10-07T18:58:48.260" v="554" actId="2711"/>
          <ac:spMkLst>
            <pc:docMk/>
            <pc:sldMk cId="752428618" sldId="403"/>
            <ac:spMk id="3" creationId="{C7AB9C34-2B13-E66F-1053-2BA156F89425}"/>
          </ac:spMkLst>
        </pc:spChg>
        <pc:spChg chg="add del mod">
          <ac:chgData name="Mallikarjun Maigur" userId="a30a0d9b16459ee3" providerId="LiveId" clId="{CD49A12E-392A-4502-9956-E98430C1E9A5}" dt="2025-10-07T18:58:06.132" v="551" actId="21"/>
          <ac:spMkLst>
            <pc:docMk/>
            <pc:sldMk cId="752428618" sldId="403"/>
            <ac:spMk id="5" creationId="{15B7BD23-0CCD-8FBE-D286-79D567697D98}"/>
          </ac:spMkLst>
        </pc:spChg>
        <pc:graphicFrameChg chg="del mod modGraphic">
          <ac:chgData name="Mallikarjun Maigur" userId="a30a0d9b16459ee3" providerId="LiveId" clId="{CD49A12E-392A-4502-9956-E98430C1E9A5}" dt="2025-10-07T18:58:02.659" v="550" actId="21"/>
          <ac:graphicFrameMkLst>
            <pc:docMk/>
            <pc:sldMk cId="752428618" sldId="403"/>
            <ac:graphicFrameMk id="4" creationId="{4D1FB21E-CCFB-8E64-064C-DB8195F86847}"/>
          </ac:graphicFrameMkLst>
        </pc:graphicFrameChg>
        <pc:picChg chg="add mod">
          <ac:chgData name="Mallikarjun Maigur" userId="a30a0d9b16459ee3" providerId="LiveId" clId="{CD49A12E-392A-4502-9956-E98430C1E9A5}" dt="2025-10-07T19:00:41.563" v="559" actId="931"/>
          <ac:picMkLst>
            <pc:docMk/>
            <pc:sldMk cId="752428618" sldId="403"/>
            <ac:picMk id="7" creationId="{57AEF738-B22C-340C-8957-5D7EA39DF8F1}"/>
          </ac:picMkLst>
        </pc:picChg>
        <pc:picChg chg="add mod">
          <ac:chgData name="Mallikarjun Maigur" userId="a30a0d9b16459ee3" providerId="LiveId" clId="{CD49A12E-392A-4502-9956-E98430C1E9A5}" dt="2025-10-07T19:02:30.507" v="571" actId="1076"/>
          <ac:picMkLst>
            <pc:docMk/>
            <pc:sldMk cId="752428618" sldId="403"/>
            <ac:picMk id="9" creationId="{66370427-D43E-A8BF-0163-1FE99FA25CAD}"/>
          </ac:picMkLst>
        </pc:picChg>
        <pc:inkChg chg="add">
          <ac:chgData name="Mallikarjun Maigur" userId="a30a0d9b16459ee3" providerId="LiveId" clId="{CD49A12E-392A-4502-9956-E98430C1E9A5}" dt="2025-10-07T19:02:37.800" v="572" actId="9405"/>
          <ac:inkMkLst>
            <pc:docMk/>
            <pc:sldMk cId="752428618" sldId="403"/>
            <ac:inkMk id="10" creationId="{001A9E3F-EB5A-BA61-65D5-323159546528}"/>
          </ac:inkMkLst>
        </pc:inkChg>
        <pc:inkChg chg="add del">
          <ac:chgData name="Mallikarjun Maigur" userId="a30a0d9b16459ee3" providerId="LiveId" clId="{CD49A12E-392A-4502-9956-E98430C1E9A5}" dt="2025-10-07T19:02:44.907" v="574" actId="9405"/>
          <ac:inkMkLst>
            <pc:docMk/>
            <pc:sldMk cId="752428618" sldId="403"/>
            <ac:inkMk id="11" creationId="{2FCA444F-847A-3F4B-9833-C57F2654BA6C}"/>
          </ac:inkMkLst>
        </pc:inkChg>
        <pc:inkChg chg="add del">
          <ac:chgData name="Mallikarjun Maigur" userId="a30a0d9b16459ee3" providerId="LiveId" clId="{CD49A12E-392A-4502-9956-E98430C1E9A5}" dt="2025-10-07T19:02:52.646" v="576" actId="9405"/>
          <ac:inkMkLst>
            <pc:docMk/>
            <pc:sldMk cId="752428618" sldId="403"/>
            <ac:inkMk id="12" creationId="{6F206A08-6280-6311-56D1-9F406F752C52}"/>
          </ac:inkMkLst>
        </pc:inkChg>
        <pc:inkChg chg="add del">
          <ac:chgData name="Mallikarjun Maigur" userId="a30a0d9b16459ee3" providerId="LiveId" clId="{CD49A12E-392A-4502-9956-E98430C1E9A5}" dt="2025-10-07T19:03:19.843" v="581"/>
          <ac:inkMkLst>
            <pc:docMk/>
            <pc:sldMk cId="752428618" sldId="403"/>
            <ac:inkMk id="13" creationId="{106FF0B7-E6E5-34DB-BF81-F6C8E4629685}"/>
          </ac:inkMkLst>
        </pc:inkChg>
        <pc:inkChg chg="add mod">
          <ac:chgData name="Mallikarjun Maigur" userId="a30a0d9b16459ee3" providerId="LiveId" clId="{CD49A12E-392A-4502-9956-E98430C1E9A5}" dt="2025-10-07T19:03:18.172" v="580"/>
          <ac:inkMkLst>
            <pc:docMk/>
            <pc:sldMk cId="752428618" sldId="403"/>
            <ac:inkMk id="14" creationId="{BF100E49-09DD-F725-8BBC-2FE6A8808A38}"/>
          </ac:inkMkLst>
        </pc:inkChg>
        <pc:inkChg chg="add del">
          <ac:chgData name="Mallikarjun Maigur" userId="a30a0d9b16459ee3" providerId="LiveId" clId="{CD49A12E-392A-4502-9956-E98430C1E9A5}" dt="2025-10-07T19:03:27.377" v="583"/>
          <ac:inkMkLst>
            <pc:docMk/>
            <pc:sldMk cId="752428618" sldId="403"/>
            <ac:inkMk id="15" creationId="{F110C543-72FB-14F9-B51C-0244F2C7E04B}"/>
          </ac:inkMkLst>
        </pc:inkChg>
        <pc:inkChg chg="add mod">
          <ac:chgData name="Mallikarjun Maigur" userId="a30a0d9b16459ee3" providerId="LiveId" clId="{CD49A12E-392A-4502-9956-E98430C1E9A5}" dt="2025-10-07T19:03:33.693" v="584"/>
          <ac:inkMkLst>
            <pc:docMk/>
            <pc:sldMk cId="752428618" sldId="403"/>
            <ac:inkMk id="16" creationId="{FF93A936-CE40-0C42-51E2-8A511B7C4F5D}"/>
          </ac:inkMkLst>
        </pc:inkChg>
        <pc:inkChg chg="add">
          <ac:chgData name="Mallikarjun Maigur" userId="a30a0d9b16459ee3" providerId="LiveId" clId="{CD49A12E-392A-4502-9956-E98430C1E9A5}" dt="2025-10-07T19:03:56.704" v="585" actId="9405"/>
          <ac:inkMkLst>
            <pc:docMk/>
            <pc:sldMk cId="752428618" sldId="403"/>
            <ac:inkMk id="17" creationId="{B18B734D-922C-3B62-AF6E-0FFB47815795}"/>
          </ac:inkMkLst>
        </pc:inkChg>
      </pc:sldChg>
      <pc:sldChg chg="modSp mod">
        <pc:chgData name="Mallikarjun Maigur" userId="a30a0d9b16459ee3" providerId="LiveId" clId="{CD49A12E-392A-4502-9956-E98430C1E9A5}" dt="2025-10-07T18:56:55.445" v="544" actId="2711"/>
        <pc:sldMkLst>
          <pc:docMk/>
          <pc:sldMk cId="1850768898" sldId="404"/>
        </pc:sldMkLst>
        <pc:spChg chg="mod">
          <ac:chgData name="Mallikarjun Maigur" userId="a30a0d9b16459ee3" providerId="LiveId" clId="{CD49A12E-392A-4502-9956-E98430C1E9A5}" dt="2025-10-07T18:56:55.445" v="544" actId="2711"/>
          <ac:spMkLst>
            <pc:docMk/>
            <pc:sldMk cId="1850768898" sldId="404"/>
            <ac:spMk id="2" creationId="{F0759DC4-8B30-98A0-5BAB-C78BA4A4AD55}"/>
          </ac:spMkLst>
        </pc:spChg>
      </pc:sldChg>
      <pc:sldChg chg="del">
        <pc:chgData name="Mallikarjun Maigur" userId="a30a0d9b16459ee3" providerId="LiveId" clId="{CD49A12E-392A-4502-9956-E98430C1E9A5}" dt="2025-10-07T18:57:35.581" v="545" actId="2696"/>
        <pc:sldMkLst>
          <pc:docMk/>
          <pc:sldMk cId="4127695141" sldId="405"/>
        </pc:sldMkLst>
      </pc:sldChg>
      <pc:sldChg chg="addSp delSp modSp mod modClrScheme chgLayout">
        <pc:chgData name="Mallikarjun Maigur" userId="a30a0d9b16459ee3" providerId="LiveId" clId="{CD49A12E-392A-4502-9956-E98430C1E9A5}" dt="2025-10-07T18:54:58.766" v="541"/>
        <pc:sldMkLst>
          <pc:docMk/>
          <pc:sldMk cId="298364507" sldId="406"/>
        </pc:sldMkLst>
        <pc:spChg chg="mod ord">
          <ac:chgData name="Mallikarjun Maigur" userId="a30a0d9b16459ee3" providerId="LiveId" clId="{CD49A12E-392A-4502-9956-E98430C1E9A5}" dt="2025-10-07T18:53:23.994" v="526" actId="2711"/>
          <ac:spMkLst>
            <pc:docMk/>
            <pc:sldMk cId="298364507" sldId="406"/>
            <ac:spMk id="2" creationId="{F52A871D-B15E-C971-7C85-0AF173E38781}"/>
          </ac:spMkLst>
        </pc:spChg>
        <pc:spChg chg="mod ord">
          <ac:chgData name="Mallikarjun Maigur" userId="a30a0d9b16459ee3" providerId="LiveId" clId="{CD49A12E-392A-4502-9956-E98430C1E9A5}" dt="2025-10-07T18:54:58.766" v="541"/>
          <ac:spMkLst>
            <pc:docMk/>
            <pc:sldMk cId="298364507" sldId="406"/>
            <ac:spMk id="3" creationId="{34F2E863-4A4C-76FE-444A-083F93043389}"/>
          </ac:spMkLst>
        </pc:spChg>
        <pc:spChg chg="add del mod">
          <ac:chgData name="Mallikarjun Maigur" userId="a30a0d9b16459ee3" providerId="LiveId" clId="{CD49A12E-392A-4502-9956-E98430C1E9A5}" dt="2025-10-07T18:51:56.944" v="521" actId="21"/>
          <ac:spMkLst>
            <pc:docMk/>
            <pc:sldMk cId="298364507" sldId="406"/>
            <ac:spMk id="6" creationId="{6570F9CB-5265-3504-4F62-14C032C61574}"/>
          </ac:spMkLst>
        </pc:spChg>
        <pc:spChg chg="add del mod ord">
          <ac:chgData name="Mallikarjun Maigur" userId="a30a0d9b16459ee3" providerId="LiveId" clId="{CD49A12E-392A-4502-9956-E98430C1E9A5}" dt="2025-10-07T18:54:40.623" v="538" actId="21"/>
          <ac:spMkLst>
            <pc:docMk/>
            <pc:sldMk cId="298364507" sldId="406"/>
            <ac:spMk id="7" creationId="{9DB4CF17-5BE6-1AC6-43F1-4CAD611915CE}"/>
          </ac:spMkLst>
        </pc:spChg>
        <pc:picChg chg="del">
          <ac:chgData name="Mallikarjun Maigur" userId="a30a0d9b16459ee3" providerId="LiveId" clId="{CD49A12E-392A-4502-9956-E98430C1E9A5}" dt="2025-10-07T18:51:50.798" v="519" actId="21"/>
          <ac:picMkLst>
            <pc:docMk/>
            <pc:sldMk cId="298364507" sldId="406"/>
            <ac:picMk id="5" creationId="{F2B2501C-600C-11B3-1ECD-912D988906A5}"/>
          </ac:picMkLst>
        </pc:picChg>
      </pc:sldChg>
      <pc:sldChg chg="del">
        <pc:chgData name="Mallikarjun Maigur" userId="a30a0d9b16459ee3" providerId="LiveId" clId="{CD49A12E-392A-4502-9956-E98430C1E9A5}" dt="2025-10-07T18:52:56.921" v="524" actId="2696"/>
        <pc:sldMkLst>
          <pc:docMk/>
          <pc:sldMk cId="3088225330" sldId="407"/>
        </pc:sldMkLst>
      </pc:sldChg>
      <pc:sldChg chg="addSp delSp modSp mod">
        <pc:chgData name="Mallikarjun Maigur" userId="a30a0d9b16459ee3" providerId="LiveId" clId="{CD49A12E-392A-4502-9956-E98430C1E9A5}" dt="2025-10-07T18:49:59.649" v="518" actId="21"/>
        <pc:sldMkLst>
          <pc:docMk/>
          <pc:sldMk cId="888484295" sldId="408"/>
        </pc:sldMkLst>
        <pc:spChg chg="mod">
          <ac:chgData name="Mallikarjun Maigur" userId="a30a0d9b16459ee3" providerId="LiveId" clId="{CD49A12E-392A-4502-9956-E98430C1E9A5}" dt="2025-10-07T18:49:37.890" v="515" actId="1076"/>
          <ac:spMkLst>
            <pc:docMk/>
            <pc:sldMk cId="888484295" sldId="408"/>
            <ac:spMk id="2" creationId="{805346ED-721D-85EE-2F1B-A31D0912DE29}"/>
          </ac:spMkLst>
        </pc:spChg>
        <pc:spChg chg="mod">
          <ac:chgData name="Mallikarjun Maigur" userId="a30a0d9b16459ee3" providerId="LiveId" clId="{CD49A12E-392A-4502-9956-E98430C1E9A5}" dt="2025-10-07T18:49:27.775" v="513" actId="12"/>
          <ac:spMkLst>
            <pc:docMk/>
            <pc:sldMk cId="888484295" sldId="408"/>
            <ac:spMk id="3" creationId="{DB097449-5B72-ADA0-3B2D-1CBC160D6B90}"/>
          </ac:spMkLst>
        </pc:spChg>
        <pc:spChg chg="del mod">
          <ac:chgData name="Mallikarjun Maigur" userId="a30a0d9b16459ee3" providerId="LiveId" clId="{CD49A12E-392A-4502-9956-E98430C1E9A5}" dt="2025-10-07T18:49:59.649" v="518" actId="21"/>
          <ac:spMkLst>
            <pc:docMk/>
            <pc:sldMk cId="888484295" sldId="408"/>
            <ac:spMk id="4" creationId="{41FC7B50-71A6-D8BE-C032-5EB4CF5706D5}"/>
          </ac:spMkLst>
        </pc:spChg>
        <pc:spChg chg="add">
          <ac:chgData name="Mallikarjun Maigur" userId="a30a0d9b16459ee3" providerId="LiveId" clId="{CD49A12E-392A-4502-9956-E98430C1E9A5}" dt="2025-10-07T18:48:15.642" v="501"/>
          <ac:spMkLst>
            <pc:docMk/>
            <pc:sldMk cId="888484295" sldId="408"/>
            <ac:spMk id="5" creationId="{6B1DC579-4148-71DF-DB18-872BCE2EABA4}"/>
          </ac:spMkLst>
        </pc:spChg>
      </pc:sldChg>
      <pc:sldChg chg="addSp delSp modSp del mod">
        <pc:chgData name="Mallikarjun Maigur" userId="a30a0d9b16459ee3" providerId="LiveId" clId="{CD49A12E-392A-4502-9956-E98430C1E9A5}" dt="2025-10-07T18:39:36.056" v="425" actId="2696"/>
        <pc:sldMkLst>
          <pc:docMk/>
          <pc:sldMk cId="2249372667" sldId="409"/>
        </pc:sldMkLst>
        <pc:spChg chg="add mod">
          <ac:chgData name="Mallikarjun Maigur" userId="a30a0d9b16459ee3" providerId="LiveId" clId="{CD49A12E-392A-4502-9956-E98430C1E9A5}" dt="2025-10-07T18:39:27.727" v="424" actId="21"/>
          <ac:spMkLst>
            <pc:docMk/>
            <pc:sldMk cId="2249372667" sldId="409"/>
            <ac:spMk id="4" creationId="{BE58D3C9-A1B7-E17E-8292-FDDD2A261776}"/>
          </ac:spMkLst>
        </pc:spChg>
        <pc:picChg chg="del mod">
          <ac:chgData name="Mallikarjun Maigur" userId="a30a0d9b16459ee3" providerId="LiveId" clId="{CD49A12E-392A-4502-9956-E98430C1E9A5}" dt="2025-10-07T18:39:27.727" v="424" actId="21"/>
          <ac:picMkLst>
            <pc:docMk/>
            <pc:sldMk cId="2249372667" sldId="409"/>
            <ac:picMk id="11" creationId="{8DB431A1-9806-9CFE-0E5F-1A5611C2A666}"/>
          </ac:picMkLst>
        </pc:picChg>
      </pc:sldChg>
      <pc:sldChg chg="addSp delSp modSp mod">
        <pc:chgData name="Mallikarjun Maigur" userId="a30a0d9b16459ee3" providerId="LiveId" clId="{CD49A12E-392A-4502-9956-E98430C1E9A5}" dt="2025-10-07T19:24:40.782" v="779" actId="20577"/>
        <pc:sldMkLst>
          <pc:docMk/>
          <pc:sldMk cId="3390304222" sldId="410"/>
        </pc:sldMkLst>
        <pc:spChg chg="add del mod">
          <ac:chgData name="Mallikarjun Maigur" userId="a30a0d9b16459ee3" providerId="LiveId" clId="{CD49A12E-392A-4502-9956-E98430C1E9A5}" dt="2025-10-07T19:22:50.945" v="738" actId="14100"/>
          <ac:spMkLst>
            <pc:docMk/>
            <pc:sldMk cId="3390304222" sldId="410"/>
            <ac:spMk id="6" creationId="{A08A4F64-4D93-4540-5595-D33849D36DAD}"/>
          </ac:spMkLst>
        </pc:spChg>
        <pc:spChg chg="mod">
          <ac:chgData name="Mallikarjun Maigur" userId="a30a0d9b16459ee3" providerId="LiveId" clId="{CD49A12E-392A-4502-9956-E98430C1E9A5}" dt="2025-10-07T19:21:26.220" v="717" actId="20577"/>
          <ac:spMkLst>
            <pc:docMk/>
            <pc:sldMk cId="3390304222" sldId="410"/>
            <ac:spMk id="7" creationId="{B5BE5924-060A-220C-35E7-8B67326BDE9C}"/>
          </ac:spMkLst>
        </pc:spChg>
        <pc:spChg chg="add del mod">
          <ac:chgData name="Mallikarjun Maigur" userId="a30a0d9b16459ee3" providerId="LiveId" clId="{CD49A12E-392A-4502-9956-E98430C1E9A5}" dt="2025-10-07T18:15:47.136" v="9" actId="478"/>
          <ac:spMkLst>
            <pc:docMk/>
            <pc:sldMk cId="3390304222" sldId="410"/>
            <ac:spMk id="51" creationId="{F3CA0FF9-AFA7-0EB8-C807-D48FC9FF31A8}"/>
          </ac:spMkLst>
        </pc:spChg>
        <pc:spChg chg="add del mod">
          <ac:chgData name="Mallikarjun Maigur" userId="a30a0d9b16459ee3" providerId="LiveId" clId="{CD49A12E-392A-4502-9956-E98430C1E9A5}" dt="2025-10-07T18:16:03.772" v="14" actId="478"/>
          <ac:spMkLst>
            <pc:docMk/>
            <pc:sldMk cId="3390304222" sldId="410"/>
            <ac:spMk id="53" creationId="{A03CFED8-B7E1-ECA4-059D-C80792140C90}"/>
          </ac:spMkLst>
        </pc:spChg>
        <pc:spChg chg="add del mod">
          <ac:chgData name="Mallikarjun Maigur" userId="a30a0d9b16459ee3" providerId="LiveId" clId="{CD49A12E-392A-4502-9956-E98430C1E9A5}" dt="2025-10-07T18:16:15.215" v="17" actId="478"/>
          <ac:spMkLst>
            <pc:docMk/>
            <pc:sldMk cId="3390304222" sldId="410"/>
            <ac:spMk id="55" creationId="{57C23C1F-F343-5235-5160-EF287F02EB29}"/>
          </ac:spMkLst>
        </pc:spChg>
        <pc:spChg chg="add mod">
          <ac:chgData name="Mallikarjun Maigur" userId="a30a0d9b16459ee3" providerId="LiveId" clId="{CD49A12E-392A-4502-9956-E98430C1E9A5}" dt="2025-10-07T19:24:13.093" v="761" actId="20577"/>
          <ac:spMkLst>
            <pc:docMk/>
            <pc:sldMk cId="3390304222" sldId="410"/>
            <ac:spMk id="57" creationId="{8D4C39C1-09B2-1EE5-3568-73902150172A}"/>
          </ac:spMkLst>
        </pc:spChg>
        <pc:spChg chg="add mod">
          <ac:chgData name="Mallikarjun Maigur" userId="a30a0d9b16459ee3" providerId="LiveId" clId="{CD49A12E-392A-4502-9956-E98430C1E9A5}" dt="2025-10-07T19:24:40.782" v="779" actId="20577"/>
          <ac:spMkLst>
            <pc:docMk/>
            <pc:sldMk cId="3390304222" sldId="410"/>
            <ac:spMk id="59" creationId="{95B7CF5B-E6BF-6A4A-557D-2727537AD7B8}"/>
          </ac:spMkLst>
        </pc:spChg>
        <pc:spChg chg="add mod">
          <ac:chgData name="Mallikarjun Maigur" userId="a30a0d9b16459ee3" providerId="LiveId" clId="{CD49A12E-392A-4502-9956-E98430C1E9A5}" dt="2025-10-07T19:23:35.618" v="742" actId="255"/>
          <ac:spMkLst>
            <pc:docMk/>
            <pc:sldMk cId="3390304222" sldId="410"/>
            <ac:spMk id="61" creationId="{1A6DBD4B-2C11-7C84-7DBA-35AEA23AEC76}"/>
          </ac:spMkLst>
        </pc:spChg>
        <pc:picChg chg="mod">
          <ac:chgData name="Mallikarjun Maigur" userId="a30a0d9b16459ee3" providerId="LiveId" clId="{CD49A12E-392A-4502-9956-E98430C1E9A5}" dt="2025-10-07T18:28:34.257" v="271" actId="1076"/>
          <ac:picMkLst>
            <pc:docMk/>
            <pc:sldMk cId="3390304222" sldId="410"/>
            <ac:picMk id="4" creationId="{A4E52152-A006-6854-A2FA-561046CF15DD}"/>
          </ac:picMkLst>
        </pc:picChg>
        <pc:inkChg chg="mod">
          <ac:chgData name="Mallikarjun Maigur" userId="a30a0d9b16459ee3" providerId="LiveId" clId="{CD49A12E-392A-4502-9956-E98430C1E9A5}" dt="2025-10-07T18:34:26.314" v="350" actId="1076"/>
          <ac:inkMkLst>
            <pc:docMk/>
            <pc:sldMk cId="3390304222" sldId="410"/>
            <ac:inkMk id="11" creationId="{1D2C23C7-D242-F71B-60A1-EF32D5DD6452}"/>
          </ac:inkMkLst>
        </pc:inkChg>
        <pc:inkChg chg="add">
          <ac:chgData name="Mallikarjun Maigur" userId="a30a0d9b16459ee3" providerId="LiveId" clId="{CD49A12E-392A-4502-9956-E98430C1E9A5}" dt="2025-10-07T18:15:02.906" v="0" actId="9405"/>
          <ac:inkMkLst>
            <pc:docMk/>
            <pc:sldMk cId="3390304222" sldId="410"/>
            <ac:inkMk id="45" creationId="{1CF80BD4-335A-FFD3-225E-3D9A9A5745B8}"/>
          </ac:inkMkLst>
        </pc:inkChg>
        <pc:inkChg chg="add">
          <ac:chgData name="Mallikarjun Maigur" userId="a30a0d9b16459ee3" providerId="LiveId" clId="{CD49A12E-392A-4502-9956-E98430C1E9A5}" dt="2025-10-07T18:15:12.718" v="2" actId="9405"/>
          <ac:inkMkLst>
            <pc:docMk/>
            <pc:sldMk cId="3390304222" sldId="410"/>
            <ac:inkMk id="46" creationId="{DDB44395-D2B1-9035-32A3-AED367A64713}"/>
          </ac:inkMkLst>
        </pc:inkChg>
        <pc:inkChg chg="add">
          <ac:chgData name="Mallikarjun Maigur" userId="a30a0d9b16459ee3" providerId="LiveId" clId="{CD49A12E-392A-4502-9956-E98430C1E9A5}" dt="2025-10-07T18:15:13.847" v="3" actId="9405"/>
          <ac:inkMkLst>
            <pc:docMk/>
            <pc:sldMk cId="3390304222" sldId="410"/>
            <ac:inkMk id="47" creationId="{B8431249-8789-7D24-A7F9-D5C26BFD3845}"/>
          </ac:inkMkLst>
        </pc:inkChg>
        <pc:inkChg chg="add del">
          <ac:chgData name="Mallikarjun Maigur" userId="a30a0d9b16459ee3" providerId="LiveId" clId="{CD49A12E-392A-4502-9956-E98430C1E9A5}" dt="2025-10-07T18:15:17.979" v="5" actId="9405"/>
          <ac:inkMkLst>
            <pc:docMk/>
            <pc:sldMk cId="3390304222" sldId="410"/>
            <ac:inkMk id="48" creationId="{CDD2A4B3-F066-1B8B-199E-DBF05D7BCDD0}"/>
          </ac:inkMkLst>
        </pc:inkChg>
        <pc:inkChg chg="add">
          <ac:chgData name="Mallikarjun Maigur" userId="a30a0d9b16459ee3" providerId="LiveId" clId="{CD49A12E-392A-4502-9956-E98430C1E9A5}" dt="2025-10-07T18:15:23.121" v="6" actId="9405"/>
          <ac:inkMkLst>
            <pc:docMk/>
            <pc:sldMk cId="3390304222" sldId="410"/>
            <ac:inkMk id="49" creationId="{A2765309-EAAE-B75B-2B6C-33606FBF9C85}"/>
          </ac:inkMkLst>
        </pc:inkChg>
      </pc:sldChg>
      <pc:sldChg chg="addSp delSp modSp add mod">
        <pc:chgData name="Mallikarjun Maigur" userId="a30a0d9b16459ee3" providerId="LiveId" clId="{CD49A12E-392A-4502-9956-E98430C1E9A5}" dt="2025-10-07T19:05:12.801" v="601" actId="1076"/>
        <pc:sldMkLst>
          <pc:docMk/>
          <pc:sldMk cId="1365916550" sldId="411"/>
        </pc:sldMkLst>
        <pc:spChg chg="mod">
          <ac:chgData name="Mallikarjun Maigur" userId="a30a0d9b16459ee3" providerId="LiveId" clId="{CD49A12E-392A-4502-9956-E98430C1E9A5}" dt="2025-10-07T19:04:14.204" v="595" actId="20577"/>
          <ac:spMkLst>
            <pc:docMk/>
            <pc:sldMk cId="1365916550" sldId="411"/>
            <ac:spMk id="3" creationId="{664BBB59-B3B3-053B-0583-21893C5AF54C}"/>
          </ac:spMkLst>
        </pc:spChg>
        <pc:picChg chg="add mod">
          <ac:chgData name="Mallikarjun Maigur" userId="a30a0d9b16459ee3" providerId="LiveId" clId="{CD49A12E-392A-4502-9956-E98430C1E9A5}" dt="2025-10-07T19:05:12.801" v="601" actId="1076"/>
          <ac:picMkLst>
            <pc:docMk/>
            <pc:sldMk cId="1365916550" sldId="411"/>
            <ac:picMk id="4" creationId="{6257148F-7048-943C-1362-05EA443A1F93}"/>
          </ac:picMkLst>
        </pc:picChg>
        <pc:picChg chg="del">
          <ac:chgData name="Mallikarjun Maigur" userId="a30a0d9b16459ee3" providerId="LiveId" clId="{CD49A12E-392A-4502-9956-E98430C1E9A5}" dt="2025-10-07T19:04:26.469" v="596" actId="21"/>
          <ac:picMkLst>
            <pc:docMk/>
            <pc:sldMk cId="1365916550" sldId="411"/>
            <ac:picMk id="9" creationId="{079455A0-C778-0BDE-5948-0D2B27F86F87}"/>
          </ac:picMkLst>
        </pc:picChg>
      </pc:sldChg>
      <pc:sldChg chg="modSp add mod">
        <pc:chgData name="Mallikarjun Maigur" userId="a30a0d9b16459ee3" providerId="LiveId" clId="{CD49A12E-392A-4502-9956-E98430C1E9A5}" dt="2025-10-07T19:07:50.858" v="613" actId="20577"/>
        <pc:sldMkLst>
          <pc:docMk/>
          <pc:sldMk cId="2461638792" sldId="412"/>
        </pc:sldMkLst>
        <pc:spChg chg="mod">
          <ac:chgData name="Mallikarjun Maigur" userId="a30a0d9b16459ee3" providerId="LiveId" clId="{CD49A12E-392A-4502-9956-E98430C1E9A5}" dt="2025-10-07T19:06:32.805" v="604" actId="2711"/>
          <ac:spMkLst>
            <pc:docMk/>
            <pc:sldMk cId="2461638792" sldId="412"/>
            <ac:spMk id="3" creationId="{28A6D09D-34CB-96D9-2B7F-41936E6E2F17}"/>
          </ac:spMkLst>
        </pc:spChg>
        <pc:spChg chg="mod">
          <ac:chgData name="Mallikarjun Maigur" userId="a30a0d9b16459ee3" providerId="LiveId" clId="{CD49A12E-392A-4502-9956-E98430C1E9A5}" dt="2025-10-07T19:07:50.858" v="613" actId="20577"/>
          <ac:spMkLst>
            <pc:docMk/>
            <pc:sldMk cId="2461638792" sldId="412"/>
            <ac:spMk id="7" creationId="{321A7D17-DE38-047E-58F1-25A2BAAB5888}"/>
          </ac:spMkLst>
        </pc:spChg>
      </pc:sldChg>
      <pc:sldChg chg="addSp delSp modSp add mod ord">
        <pc:chgData name="Mallikarjun Maigur" userId="a30a0d9b16459ee3" providerId="LiveId" clId="{CD49A12E-392A-4502-9956-E98430C1E9A5}" dt="2025-10-07T19:12:29.988" v="647" actId="2711"/>
        <pc:sldMkLst>
          <pc:docMk/>
          <pc:sldMk cId="3477637800" sldId="413"/>
        </pc:sldMkLst>
        <pc:spChg chg="mod">
          <ac:chgData name="Mallikarjun Maigur" userId="a30a0d9b16459ee3" providerId="LiveId" clId="{CD49A12E-392A-4502-9956-E98430C1E9A5}" dt="2025-10-07T19:12:29.988" v="647" actId="2711"/>
          <ac:spMkLst>
            <pc:docMk/>
            <pc:sldMk cId="3477637800" sldId="413"/>
            <ac:spMk id="2" creationId="{94B57D41-7013-5131-4D72-C5E79377EE0C}"/>
          </ac:spMkLst>
        </pc:spChg>
        <pc:spChg chg="add del mod">
          <ac:chgData name="Mallikarjun Maigur" userId="a30a0d9b16459ee3" providerId="LiveId" clId="{CD49A12E-392A-4502-9956-E98430C1E9A5}" dt="2025-10-07T19:12:19.367" v="645" actId="20577"/>
          <ac:spMkLst>
            <pc:docMk/>
            <pc:sldMk cId="3477637800" sldId="413"/>
            <ac:spMk id="3" creationId="{2D8B7649-E517-35C9-E32F-2177DE900E41}"/>
          </ac:spMkLst>
        </pc:spChg>
      </pc:sldChg>
      <pc:sldChg chg="add del">
        <pc:chgData name="Mallikarjun Maigur" userId="a30a0d9b16459ee3" providerId="LiveId" clId="{CD49A12E-392A-4502-9956-E98430C1E9A5}" dt="2025-10-07T19:09:02.810" v="616" actId="2696"/>
        <pc:sldMkLst>
          <pc:docMk/>
          <pc:sldMk cId="57279450" sldId="41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1:05.3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3348 8192,'0'66'12901,"0"-1"-7495,0 236-5691,2-263 328,2-1 0,1 1 0,13 42 0,-9-41-730,-1-1 0,4 70 0,-12-56 1115,2 40 999,-1-81-1422,0-1 0,1 0 0,1 0-1,-1-1 1,2 1 0,8 18 0,-4-9-5,0 1 0,-2 0 0,0 1 0,-1 0 0,4 40 0,8 33 0,81 236-8840,-82-281 7042,26 51-1,-26-66 402,-1 1 1,-2 1 0,14 60 0,-23-75 1389,0-1 1,11 30-1,2-13 2503,-13-28-2035,0 0 1,0 0 0,-1 1-1,-1-1 1,0 1 0,3 19 0,-4 62-3759,1 0 3747,20 287-3125,-18-256 2489,1-64 186,2-1 0,2 1 0,30 93 0,-32-118 0,-1 0 0,-1 0 0,0 63 0,-2-21 0,10-4 0,-8-53 0,3 36 0,-3 140-391,-7 1 5560,0-7 8075,3-170-13244,1 0 0,0 0 0,2-1 0,0 1 0,1-1 0,0 0 0,2-1 0,0 1 0,17 27 0,9 8 0,57 70 0,-65-91 0,-3-4 0,19 30 0,-39-53 0,0 0 0,0-1 0,0 1 0,1-1 0,-1 1 0,1-1 0,0 0 0,0 0 0,0 0 0,0-1 0,1 1 0,-1-1 0,1 0 0,0 1 0,-1-2 0,1 1 0,0 0 0,0-1 0,0 0 0,0 0 0,0 0 0,1 0 0,-1 0 0,0-1 0,0 0 0,1 0 0,-1 0 0,0-1 0,0 1 0,0-1 0,1 0 0,-1 0 0,0-1 0,0 1 0,0-1 0,-1 0 0,8-4 0,21-9-834,35-12 1,33-14-5853,192-112-1691,142-89 7085,162-164 1292,-416 278 0,-71 52 0,107-95 0,0-38-27,-113 106 613,44-66 2070,-75 82-4991,31-43 2078,43-74 11037,-52 71-9807,-1-5-1319,-19 28 5397,-39 58-4293,124-160-575,-88 128-1825,83-124-7653,-82 107 7020,3 2 4650,74-83-2747,71-94-136,-129 158 4541,52-52-9955,-9 11 2065,98-136 5176,-178 220 1458,19-16 871,51-35-6696,-43 46 2683,9-13-4290,111-136 4420,-181 203 235,5-6 0,1 0 0,34-30 0,-18 20-101,3-3 1501,3 9 14714,-58 37-14791,-27 12-2037,16 1 714,1 0 0,0 2 0,2 0 0,-25 27 0,-61 84 0,43-51 0,-241 282-3120,168-199 5744,-197 266-5565,276-352 2432,-44 62-4627,23-30 3061,24-36-3752,45-60 3998,0-1 4218,1 0-1,0 1 1,0 0 0,-5 11 0,7-7-4051,3 4-5752,1-16 7281,0-1 1,1 1 0,-1-1-1,0 1 1,0 0 0,1-1-1,-1 1 1,0-1 0,1 1-1,-1-1 1,1 1-1,0 0 1,0 0 177,0-1 0,1 1 0,-1-1 0,0 1 0,0-1 0,1 1 1,-1-1-1,0 0 0,1 0 0,-1 1 0,0-1 0,1 0 0,-1 0 0,3-1 0,35-9 1894,19-19-2372,-1-3 0,-2-2 1,-1-2-1,56-50 0,-25 10 1588,111-128 0,-186 193-1853,-7 8 732,-1 1 0,1-1 1,-1 1-1,0-1 0,0 0 1,0 0-1,0 0 0,0 0 1,-1 0-1,3-7 0,-4 10-22,0 0 1,0 0-1,0-1 0,0 1 0,0 0 0,0 0 0,0 0 0,0-1 0,0 1 1,0 0-1,-1 0 0,1 0 0,0 0 0,0-1 0,0 1 0,0 0 0,0 0 0,-1 0 1,1 0-1,0 0 0,0-1 0,0 1 0,0 0 0,-1 0 0,1 0 0,0 0 0,0 0 1,0 0-1,-1 0 0,1 0 0,0 0 0,0 0 0,0 0 0,-1 0 0,1 0 0,0 0 1,0 0-1,0 0 0,-1 0 0,1 0 0,0 0 0,0 0 0,-1 0 0,1 0 0,0 0 1,0 0-1,0 0 0,0 0 0,-1 1 0,-12 4-521,12-5 412,-8 4 71,-654 276-2249,478-208 1718,-154 64 1112,13 21 1923,305-145-2591,-73 44 306,83-49-558,1 1 0,0 0-1,0 0 1,1 1 0,1 0 0,-9 12 0,16-20 344,0-1 0,1 1 0,-1 0 0,1-1 0,-1 1-1,1 0 1,-1-1 0,1 1 0,0 0 0,-1 0 0,1 0 0,0-1 0,0 1 0,0 0 0,-1 0 0,1 0 0,0 0-1,0 0 1,0-1 0,0 1 0,1 2 0,-1-3 18,1 0 0,-1 1-1,0-1 1,1 1 0,-1-1-1,1 0 1,0 0 0,-1 1 0,1-1-1,-1 0 1,1 0 0,-1 1 0,1-1-1,0 0 1,-1 0 0,1 0-1,-1 0 1,1 0 0,0 0 0,-1 0-1,1 0 1,0 0 0,38-10 52,-39 10-54,60-21 5,-1-4 0,-1-2 0,-1-2 0,82-57 0,79-67 0,117-77 0,-229 163-174,-59 36 17569,-54 29-16104,-10 2-1781,-41 18 490,40-12 0,42-11 0,0-2 0,0 0 0,-1-2 0,33-17 0,-43 18-686,-1 0 0,0-1 1,13-13-1,-18 15 205,0 0 0,0 1 0,1 0-1,0 0 1,0 1 0,1 0 0,-1 0-1,1 1 1,13-5 0,-8 3 4258,-38 7 1,-107 10-11940,0-2 3689,-264 3-914,374-14 5387,21 2 0,0 0 0,0 0 0,0 0 0,-1-1 0,1 1 0,0 0 0,0 0 0,0 0 0,0 0 0,0 0 0,0 0 0,0 0 0,0-1 0,0 1 0,0 0 0,0 0 0,0 0 0,0 0 0,0 0 0,0 0 0,0-1 0,0 1 0,0 0 0,1 0 0,-1 0 0,0 0 0,0 0 0,0 0 0,0 0 0,0-1 0,0 1 0,0 0 0,0 0 0,0 0 0,0 0 0,1 0 0,-1 0 0,0 0 0,0 0 0,0 0 0,0 0 0,0 0 0,0 0 0,0 0 0,1 0 0,-1 0 0,0 0 0,0 0 0,0 0 0,0 0 0,0 0 0,0 0 0,1 0 0,-1 0 0,0 0 0,0 0 0,0 0 0,0 0 0,0 0 0,0 0 0,0 0 0,1 0 0,41-11 0,-30 9 0,256-54 0,372-100 0,-594 141 0,-2-2 0,0-1 0,51-31 0,-94 49 0,0-1 0,0 1 0,0-1 0,0 0 0,0 1 0,0-1 0,0 0 0,0 0 0,0 0 0,0 0 0,0 0 0,0 0 0,-1 0 0,1 0 0,0 0 0,-1 0 0,1-2 0,-1 3 0,0-1 0,0 1 0,0-1 0,0 0 0,0 1 0,-1-1 0,1 1 0,0-1 0,0 1 0,-1-1 0,1 1 0,0-1 0,0 1 0,-1-1 0,1 1 0,-1-1 0,1 1 0,0 0 0,-1-1 0,1 1 0,-1 0 0,1-1 0,-1 1 0,1 0 0,-2-1 0,-6-2 0,1 0 0,-2 1 0,1-1 0,-9 0 0,14 2 0,-69-11 0,-96-3 0,-80 10 0,165 4 0,69 1 111,-204 4-500,188-1 936,1 0 0,-1 2 0,1 2 0,0 0-1,-55 29 12828,83-32-12733,2-3-570,0 0-1,0 0 1,0 0-1,0 0 1,0 0-1,1 0 1,-1 0-1,0 0 1,1 0-1,-1-1 0,1 1 1,-1-1-1,1 1 1,-1-1-1,1 1 1,-1-1-1,1 0 1,-1 0-1,1 0 1,-1 0-1,4 0 1,81 7-829,94-5 0,-89-3-523,869 0-3825,-398 0-5013,-836-1 10119,-303 4 0,531 0 0,-57 7 0,91-5 0,19 0 0,32 0 0,1026-9 0,-546-32 0,-398 20 0,0-5 0,147-47 0,57-63 1066,-216 83-481,121-37 1,-218 83-724,13-6-1094,-28 5 624,-18-1 349,-280-9 3735,211 14-3596,-1170-8-3135,718 13 6895,368 1-3867,76 0 2573,0 4-1,-112 28 0,201-37-1530,-1 2-1,1-1 1,-1 1-1,1 1 1,0-1 0,0 2-1,0-1 1,-8 7-1,16-11-811,1 1 0,-1-1 0,1 0 0,0 1-1,-1-1 1,1 0 0,0 1 0,-1-1-1,1 1 1,0-1 0,-1 0 0,1 1-1,0-1 1,0 1 0,0-1 0,0 1-1,-1-1 1,1 1 0,0-1 0,0 1 0,0-1-1,0 1 1,0-1 0,0 1 0,0-1-1,0 1 1,0-1 0,0 1 0,1-1-1,-1 1 1,0-1 0,0 1 0,0-1 0,1 1-1,-1-1 1,0 1 0,0-1 0,1 0-1,-1 1 1,0-1 0,1 1 0,-1-1-1,1 0 1,-1 1 0,0-1 0,1 0 0,-1 0-1,1 1 1,-1-1 0,1 0 0,-1 0-1,1 0 1,-1 1 0,1-1 0,35 10-15,398 38-3230,-359-42 3128,176 11-1387,123-15 3933,-384-5 287,-28-5-3013,-1509-180-8095,-22 150 1,1464 38 9584,-213 6 11381,482-6-9496,-47 1-3158,168-1 77,108 0 0,96 0 0,89 0-560,1109-2-2395,547 1-1593,-741 5-2859,153 28 5105,-7 108 2052,-1598-134 250,96 16 0,-125-18 0,-17-2 0,-29-1 0,-261 7 0,23-1 0,-80-4 0,-61-5 0,-68-9 0,-61-11 0,-2229-155 0,10-49 0,2198 180 0,92 13 0,95 12 0,97 9 0,-19 7 0,278 6 0,29 0 0,46 1 0,200 3 0,1015 42 0,-764-9 0,1027 99 0,125 10 0,-1481-132 0,1395 105 0,-9-43 0,-1229-72 0,-261-5 0,-51 3 21,-22-3-23,0 0 1,0 0 0,0 0 0,1 0-1,-1 0 1,0 0 0,0 0 0,0 1-1,1-1 1,-1 0 0,0 0-1,0 0 1,0 0 0,0 0 0,0 0-1,1 0 1,-1 1 0,0-1 0,0 0-1,0 0 1,0 0 0,0 0 0,0 1-1,0-1 1,1 0 0,-1 0-1,0 0 1,0 1 0,0-1 0,0 0-1,0 0 1,0 0 0,0 1 0,0-1-1,0 0 1,0 0 0,0 0-1,0 0 1,0 1 0,0-1 0,-2 2 44,0-1 1,1 1 0,-1-1 0,0 0 0,0 1 0,1-1 0,-1 0-1,0 0 1,0 0 0,0 0 0,-3 0 0,-12 4 599,1 0 0,-1-1 1,-21 2-1,-104 1-1098,100-7 318,-112 1-2132,48-2 2445,-125 15 0,221-13 155,0 1 0,0 0-1,0 0 1,0 1 0,1 0 0,-1 1 0,-9 5 0,14-6-249,0 1 0,0-1 0,1 1 0,-1 0 0,1 0 0,0 1 0,0-1 0,1 1 0,-1 0 1,1 0-1,0 0 0,0 0 0,-3 8 0,-34 95 5053,-5 12-5769,13-38-1355,-22 44-2739,46-110 4372,-1-1-1,0 0 0,-1-1 1,-1 0-1,-23 23 1,-15 8 356,-38 36 0,-25 34 3531,-107 122-6998,177-189 3397,27-32 72,0 0 0,-12 20 0,-3-2 823,-3 7 14927,32-41-15723,1 0 1,0 0-1,0 0 1,0 1-1,0-1 1,0 0-1,0 0 1,0 0-1,0 1 1,0-1 0,0 0-1,0 0 1,0 0-1,0 0 1,0 1-1,0-1 1,0 0-1,0 0 1,0 0-1,0 1 1,0-1 0,0 0-1,0 0 1,0 0-1,0 0 1,0 1-1,0-1 1,0 0-1,0 0 1,0 0-1,1 0 1,-1 0 0,0 1-1,0-1 1,0 0-1,0 0 1,0 0-1,1 0 1,-1 0-1,0 0 1,0 0-1,0 0 1,0 1 0,1-1-1,-1 0 1,13 0 182,14-5-338,-17 1 126,0-1 0,-1 0 0,1-1 0,-1 0 0,0 0 0,0-1 0,10-10 0,53-64 0,195-282 0,-27-18 0,-95 135-2210,-11-5 0,-12-6 0,95-288 0,-214 535 2082,0 4-624,0-1-1,-1 0 1,0 0-1,0-1 1,-1 1 0,0 0-1,0 0 1,-1-1 0,0-9-1,0 17 714,0-1 0,0 0 0,-1 0 0,1 0 0,0 0 0,0 1 0,-1-1 0,1 0 0,-1 0 0,1 1 0,0-1 0,-1 0 0,1 1 0,-1-1 0,0 0 0,1 1-1,-1-1 1,0 1 0,1-1 0,-1 1 0,0-1 0,1 1 0,-1 0 0,0-1 0,0 1 0,1 0 0,-1 0 0,0-1 0,0 1 0,0 0 0,0 0 0,1 0 0,-1 0 0,0 0 0,0 0 0,0 0 0,0 0 0,1 0 0,-1 1-1,0-1 1,0 0 0,-1 1 0,-38 18 299,35-16-371,-60 38 111,-66 54 0,-60 54 0,-73 53 0,-70 43 0,-167 117 0,-420 305 0,22 18 0,595-440 0,45-38 0,-227 181 0,470-375-48,-2 1 635,1 1 0,0 0 1,-24 29-1,41-44-631,0 0 0,-1 1-1,1-1 1,0 0 0,-1 0 0,1 1-1,0-1 1,0 0 0,-1 0 0,1 1-1,0-1 1,0 0 0,-1 1 0,1-1-1,0 0 1,0 1 0,0-1 0,0 0-1,0 1 1,0-1 0,0 1 0,0-1 0,0 0-1,0 1 1,0-1 0,0 0 0,0 1-1,0-1 1,0 1 0,0-1 0,0 0-1,0 1 1,0-1 0,0 0 0,1 1-1,14-2-374,24-16 591,-37 16-248,30-15 674,-2-2-1,0-1 1,-1-1 0,-1-1 0,38-39-1,117-144-1386,-182 203 788,482-621-3041,-22-23 5076,-145 199-851,681-1003-4786,-701 1009 4345,-62 104 1643,110-165-4770,-336 489 2168,-4 6 192,1-1 0,-1 1-1,0 0 1,-1-1 0,1 0-1,-1 0 1,-1 0 0,1-1-1,-1 1 1,2-12 0,-4 19 25,-1-1 0,1 0 0,0 1 0,0-1 0,0 0 0,-1 1 0,1-1 0,0 0 0,0 1 0,-1-1 0,1 1 0,-1-1 0,1 1 0,0-1 0,-1 1 0,1-1 0,-1 1 0,1-1 0,-1 1 0,0-1 0,1 1 0,-1 0 0,1-1 0,-1 1 0,0 0 0,1 0 0,-1 0 0,0-1 0,1 1 0,-1 0 0,0 0 0,1 0 0,-1 0 0,0 0 0,1 0 0,-1 0 0,0 0 0,1 0 0,-1 1 0,0-1 0,1 0 0,-1 0 0,0 1 0,1-1 0,-1 0 0,0 1 0,-37 14 0,33-13 0,-57 29 0,-92 62 0,73-34 3599,-116 110 1,97-79-1960,-41 31 6317,104-85-7344,36-35-589,0 0 1,0 0 0,1 0 0,-1 0 0,0 0-1,1 0 1,-1 0 0,1 0 0,-1 0 0,1 0-1,0 1 1,-1-1 0,1 0 0,0 0-1,0 0 1,0 2 0,0-3-19,1 1 1,-1-1-1,0 1 1,1 0-1,-1-1 0,1 1 1,0-1-1,-1 1 1,1-1-1,-1 0 0,1 1 1,0-1-1,-1 1 0,1-1 1,0 0-1,-1 0 1,1 1-1,0-1 0,0 0 1,-1 0-1,1 0 1,0 0-1,-1 0 0,1 0 1,0 0-1,0 0 0,-1 0 1,1 0-1,1-1 1,25-4-7,-6 0 0,-39 13 0,0 0-656,-1 1 0,1 1 0,-20 15 0,31-21 483,-400 306-1641,252-185-1501,14-14 1744,-436 377-5728,568-478 7287,-15 13-325,1 1 1,-24 33-1,46-56 327,0 0 0,0 0 0,0 0 0,1 0 0,-1 0 0,0 1 0,1-1 1,-1 0-1,0 0 0,1 1 0,0-1 0,-1 1 0,1-1 0,0 0 0,-1 1 0,1-1 0,0 1 0,0 1 0,1-2 9,-1-1 0,1 0-1,0 1 1,-1-1 0,1 1-1,-1-1 1,1 0 0,0 0-1,-1 1 1,1-1 0,-1 0-1,1 0 1,0 0 0,-1 0-1,1 0 1,0 0 0,0 0-1,-1 0 1,1 0 0,0 0-1,-1 0 1,1 0 0,0 0-1,-1 0 1,2-1 0,52-21 27,-52 21-33,128-69 2377,-51 26-1387,-25 16-3777,57-36 3647,-53 28 1409,-4 5 11571,-85 41-12560,-43 17-2031,-66 52 758,42-21 0,89-54 0,0 2 0,0-1 0,1 1 0,-12 10 0,13-4 0,14-7 0,21-8 0,27-12-270,-1-2 1,-1-3-1,-1-2 1,0-2 0,52-35-1,236-172-2383,31-53-1771,-3 3 2952,-111 94-3311,256-194 2801,-361 258 1947,167-176 0,-245 218-220,-3-4 0,-5-3-1,109-188 1,-174 274 255,9-15 0,0-1 0,-1 0 0,-1-1 0,9-34 0,-16 52 0,-1-1 0,0 1 0,1 0 0,-1-1 0,0 1 0,0 0 0,0-1 0,0 1 0,0 0 0,0-1 0,0 1 0,-1 0 0,1-1 0,0 1 0,-1 0 0,1-1 0,-1 1 0,1 0 0,-1 0 0,-1-2 0,1 3 0,1-1 0,-1 1 0,0-1 0,0 1 0,0-1 0,0 1 0,0 0 0,0-1 0,0 1 0,0 0 0,0 0 0,0 0 0,0-1 0,0 1 0,0 0 0,0 1 0,0-1 0,0 0 0,-2 1 0,-4 1 0,0 0 0,0 1 0,0 0 0,0 0 0,-10 7 0,-151 95 0,-164 110 0,267-168 0,2 4 0,-105 108 0,164-155 144,-3 4 103,0-1 1,1 1-1,-1 1 1,2-1 0,-7 12-1,11-19-159,1 0-1,0 0 0,-1 0 0,1 0 1,0 0-1,-1 0 0,1 0 1,0 0-1,0 0 0,0 0 0,0 0 1,0 0-1,0 0 0,0 1 1,0-1-1,1 0 0,-1 0 1,0 0-1,1 0 0,-1 0 0,0 0 1,1 0-1,0 1 0,1-1 156,0 0-1,-1 1 0,1-1 1,0 0-1,0 0 1,0 0-1,0-1 0,0 1 1,0 0-1,0-1 0,0 1 1,0-1-1,0 0 1,1 1-1,-1-1 0,3-1 1,44 0-116,86-13 1,-68 5-2205,245-37-3124,-5-14 3793,300-84 2524,-397 92-1646,286-81 530,-16-42 0,-458 165 0,52-25 0,-68 32 0,0-1 0,-1 0 0,1 0 0,-1 0 0,1-1 0,-1 0 0,-1 0 0,8-10 0,-11 15 0,-1-1 0,1 1 0,-1-1 0,1 1 0,-1-1 0,0 1 0,1-1 0,-1 1 0,0-1 0,1 1 0,-1-1 0,0 0 0,0 1 0,1-1 0,-1 1 0,0-1 0,0 0 0,0 1 0,0-1 0,0 0 0,0 1 0,0-1 0,0 0 0,0 1 0,0-1 0,-1 0 0,1 1 0,0-1 0,0 1 0,0-1 0,-1 0 0,1 1 0,0-1 0,-1 1 0,1-1 0,-1 1 0,1-1 0,0 1 0,-1-1 0,1 1 0,-1 0 0,0-1 0,1 1 0,-1 0 0,1-1 0,-1 1 0,1 0 0,-1-1 0,0 1 0,1 0 0,-1 0 0,0 0 0,1 0 0,-1 0 0,1 0 0,-1 0 0,0 0 0,0 0 0,-41 3 0,-300 84 0,-18-30 559,333-53 1678,9 2-1677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1:46.7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4915,'17'16'13443,"-12"1"-12141,-1 5-1302,-2 4 0,-1 2 0,-1 1 0,0 0 0,0 1 0,0-1 0,0 0 0,4 5 0,2 0 0,0 6 0,4-1 0,0 4 0,-1-6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1:51.9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1278 1544 11592,'-1'1'0,"-2"3"0,-2 1 0,0 4 0,-3 3 0,0 2 0,-1 4 0,0 2 0,-1 4 0,1 2 0,-1 4 0,3 2 0,-1 3 0,1 2 0,4 3 0,-1 3 0,3 0 0,3 4 0,1 0 0,2 1 0,4 2 0,2 0 0,3 0 0,3-1 0,2 2 0,3-2 0,3-2 0,3 0 0,4-3 0,1-1 0,3-3 0,3-3 0,1-4 0,3-3 0,3-2 0,0-6 0,2-4 0,2-3 0,1-6 0,0-4 0,1-6 0,0-4 0,1-5 0,-1-5 0,1-6 0,-2-5 0,-1-5 0,-1-4 0,-1-6 0,-2-4 0,-1-5 0,-3-4 0,-1-4 0,-3-4 0,-2-4 0,-2-3 0,-4-2 0,0-4 0,-5-1 0,-1-3 0,-3-2 0,-3 0 0,-2-2 0,-3 1 0,-1-1 0,-3-1 0,-2 2 0,-3 0 0,-1 2 0,-1 1 0,-3 1 0,0 3 0,-2 2 0,0 3 0,-2 3 0,0 2 0,0 3 0,-1 4 0,-1 2 0,2 5 0,-2 3 0,1 3 0,1 3 0,1 5 0,-1 2 0,1 4 0,1 3 0,1 3 0,0 3 0,1 3 0,1 3 0,0 3 0,0 2 0,1 2 0,0 1 0,0 3 0,0 1 0,0 2 0,0 0 0,0 2 0,-2 0 0,0 1 0,-1 1 0,-2-1 0,-1 1 0,-3-1 0,0 1 0,-3-1 0,-3 0 0,-2-1 0,-3 0 0,-3-1 0,-3-1 0,-3 0 0,-3 0 0,-4-1 0,-3-1 0,-4 2 0,-2-2 0,-5 0 0,-3 0 0,-3 0 0,-3 1 0,-5 0 0,-1 1 0,-5 0 0,-1 2 0,-3 0 0,-2 2 0,-2 2 0,-2 0 0,-1 3 0,-1 1 0,-2 3 0,1 1 0,0 2 0,-1 5 0,2-1 0,0 4 0,1 3 0,3 2 0,1 3 0,3 1 0,3 4 0,3 1 0,3 3 0,3 3 0,5 0 0,4 4 0,5 0 0,3 3 0,6 0 0,4 1 0,6 2 0,5 0 0,4 1 0,7 0 0,3 0 0,6 0 0,5-1 0,5-1 0,5-1 0,4-1 0,5-2 0,4-1 0,3-2 0,5-2 0,2-3 0,4-2 0,2-3 0,3-2 0,1-4 0,4-1 0,-1-4 0,2-4 0,0-1 0,2-3 0,-2-4 0,1-2 0,-2-3 0,1-3 0,-3-1 0,-2-3 0,-1-2 0,-1-3 0,-4 1 0,-2-3 0,-2-1 0,-3-1 0,-4 0 0,-1-1 0,-4 1 0,-4 0 0,-2 0 0,-2 1 0,-4 1 0,-2 1 0,-4 3 0,-1 1 0,-3 2 0,-1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4:32.7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4:37.5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4915,'14'0'541,"40"0"720,40 0-179,48 0 540,25 0-721,8 0 0,4 5 195,-10 6-353,-7 2 158,-8-2 0,-11 2-158,-9 0-22,-13-4-180,-12-2-1,-16-3-179,-17-2-181,-23-2-180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0:45.5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8192,'0'5'18022,"0"6"-18022,0 11 0,0 6 0,0 9 0,0 2 0,0 0 0,5-3 0,2-2 0,-1-2 0,-1-2 0,-1-6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0:45.9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519 1 8192,'0'14'11991,"-5"25"-11991,-11 24 0,-36 78 6031,-14 35-6031,-6 6 0,5-8 0,9-15 0,4-15 0,7-18-3356,12-16 3356,11-21 0,10-17-5484,7-16 5484,6-12 0,1-9-7956,3-11 7956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4:40.8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3685 631 4915,'-26'-2'362,"0"-2"1,0 0-1,0-2 1,0-1-1,1 0 1,-47-23-1,35 15-228,-479-197-529,318 136 933,28 13-69,139 51-205,-46-9 1,49 14-15,1 0 1,-39-17-1,-9-4 261,56 22-339,-1-1-1,1 0 0,-20-12 0,25 12-67,-1 0 0,0 1 0,0 0 0,-1 1 0,0 1 0,0 1 0,0 0 0,-18-1 0,-136 5 721,81 1-336,-517-2 2680,593 1-3075,0 0-1,-1 1 1,1 1 0,0 0-1,0 1 1,1 0 0,-18 8-1,-5 1 126,-3-1 23,28-10-156,1 1-1,-1 0 1,1 0-1,0 1 1,-14 9-1,11-7 10,0-1 0,0 0-1,-1 0 1,1-1 0,-1 0 0,0-2 0,0 1-1,0-1 1,0-1 0,-24-1 0,11 1 169,-39 7 1,-92 26 640,132-29-644,-36 3 0,-14 2 185,-14 4 35,66-12-319,1 1 1,0 1-1,0 0 0,0 2 0,1 1 0,-35 15 1,122-42-104,-35 10-59,45-8 0,-48 13 0,-1-1 0,42-16 0,-1-1 2,-49 18-17,1-1 0,28-14 0,-24 8-35,0 1-1,1 1 1,46-12-1,12-6 61,-60 19-5,45-11-1,17 0 4,-60 15-7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4:43.4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56 4915,'66'-56'0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4:59.5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1 346 4915,'10'-8'42,"0"0"1,1 0-1,0 1 1,0 0-1,17-7 1,14-8 81,-33 17-49,0 0 0,0 1 0,15-6 1,-24 10-65,0-1 0,1 1 1,-1 0-1,0 0 0,1 0 1,-1 0-1,1 0 1,-1-1-1,0 1 0,1 0 1,-1 0-1,0 0 0,1 0 1,-1 0-1,1 0 1,-1 0-1,0 0 0,1 1 1,-1-1-1,0 0 1,1 0-1,-1 0 0,1 0 1,-1 0-1,0 1 0,1-1 1,-1 0-1,0 0 1,0 0-1,1 1 0,-1-1 1,0 0-1,1 1 0,-1-1 1,0 0-1,0 1 1,1-1-1,-2 2 26,1 1 1,0-1-1,-1 0 0,1 0 1,-1 0-1,0 0 0,0 0 1,0 0-1,0 0 0,0-1 1,0 1-1,-2 2 0,-94 130 889,96-134-912,1 1 0,-1-1 0,1 1 0,0-1 0,-1 1 0,1-1 0,-1 1 0,1-1 0,0 1 0,-1 0 0,1-1 0,0 1 0,0-1 0,-1 1 0,1 0 0,0-1 0,0 1 0,0 0 0,0 0 1,0-1-1,0 1 0,0 0 0,0-1 0,0 1 0,0 0 0,1-1 0,-1 2 0,1-2 2,0 0 1,0 0-1,0 0 1,-1 0-1,1 0 0,0 0 1,0 0-1,0 0 1,0 0-1,0 0 0,0 0 1,0 0-1,-1-1 1,1 1-1,0 0 0,1-1 1,42-21 320,-43 21-316,91-51 647,81-50 647,-160 95-1292,0-1 1,23-8-1,15-8 224,-42 17-229,-1 0 1,0-1-1,0 0 1,-1 0-1,0-1 1,9-14 0,-9 13 100,46-49 367,-53 58-478,1 1 0,-1 0-1,1-1 1,-1 1 0,1-1-1,-1 1 1,0 0 0,1-1-1,-1 1 1,0-1 0,1 1 0,-1-1-1,0 0 1,0 1 0,0-1-1,1 1 1,-1-1 0,0 1-1,0-1 1,0 1 0,0-1-1,0 0 1,0 1 0,0-1 0,0 1-1,0-1 1,0 0 0,-1 1-1,1-1 1,0 1 0,0-1-1,0 1 1,-1-1 0,1 0-1,-2 0 9,1 0-1,-1 0 1,1 0-1,-1 0 1,1 0-1,-1 0 1,0 1-1,1-1 1,-1 1-1,0-1 1,-2 0-1,-54-2 230,54 3-215,-42-1 156,-118 5 479,156-3-614,0 1-1,0-1 0,0 1 0,0 1 0,0 0 0,1 0 1,-1 0-1,1 1 0,0 0 0,0 0 0,1 1 0,-1 0 0,-8 8 1,1 2 86,0 1 0,2 0 0,-1 0 1,-10 21-1,-7 1 128,24-32-207,0 0-1,1 1 0,0 0 0,0 0 0,-4 8 0,1 2 76,1 1 0,1 0 1,1 0-1,0 0 0,-3 36 0,7-43-82,0-1 0,1 0 0,0 0-1,0 1 1,2-1 0,-1 0 0,1 0 0,0 0-1,1 0 1,1-1 0,-1 1 0,9 14 0,-10-20-22,1 0 0,0 0 1,1-1-1,-1 1 0,0-1 1,1 1-1,0-1 0,0 0 1,0 0-1,0-1 0,1 0 1,-1 1-1,0-1 0,1-1 1,0 1-1,-1-1 0,1 1 0,5-1 1,9 2 80,1-2 1,-1-1-1,29-2 1,-32 0-19,0 1 0,1 1 0,-1 0 0,25 5 0,-16 2 174,42 19-1,-8-3 98,-12-3-130,-35-15-145,1 0 1,0 0-1,13 3 0,-21-7-52,1 0 1,0-1 0,0 1 0,0-1-1,-1-1 1,1 1 0,0-1-1,0 0 1,-1 0 0,9-3 0,8-5 50,-2-1 0,1 0 1,-1-2-1,-1 0 1,28-24-1,34-21-207,-41 25 185,-32 24-46,0 1 1,0 1 0,13-9 0,-13 11-6,0 0 0,-1-1-1,0-1 1,8-6 0,-14 12-12,-1-1-1,1 1 1,-1 0 0,0-1-1,1 1 1,-1-1 0,1 1 0,-1-1-1,0 1 1,1-1 0,-1 0 0,0 1-1,0-1 1,0 1 0,1-1-1,-1 0 1,0 1 0,0-1 0,0 0-1,0 1 1,0-1 0,0 1 0,0-1-1,0 0 1,0 1 0,0-1-1,-1 0 1,0 0 1,0-1 0,0 1-1,-1 0 1,1 1 0,0-1 0,-1 0 0,1 0-1,-1 0 1,1 1 0,-1-1 0,1 1-1,-1-1 1,1 1 0,-1 0 0,0 0-1,-2 0 1,-77-6 76,53 6-29,-40-7-1,-49-4 76,77 9-59,-62-11 0,91 10-74,-1 0 1,1 0-1,0-1 1,0 0-1,0-1 1,1 0-1,0-1 1,0 0-1,-17-14 1,26 19 6,0 1 1,0-1 0,-1 0 0,1 0 0,0 0-1,0 0 1,0 0 0,1-1 0,-1 1 0,0 0-1,0 0 1,1-1 0,-1 1 0,0 0 0,1-1-1,0 1 1,-1-1 0,1 1 0,-1-2 0,2 2 1,-1 0 1,0 1 0,1-1 0,-1 0 0,1 0 0,-1 0 0,0 1-1,1-1 1,0 0 0,-1 1 0,1-1 0,-1 0 0,1 1-1,0-1 1,0 1 0,-1-1 0,1 1 0,0-1 0,0 1 0,-1 0-1,1-1 1,2 1 0,6-3 12,1 1-1,-1 1 1,1-1 0,12 1-1,7 0 17,20-1 12,-1-1 0,0-2 0,0-3 0,76-21 0,-78 13 14,0-2 0,69-39 0,-83 35-23,-26 17-24,0 1-1,1-1 1,-1 1-1,1 0 0,0 0 1,1 1-1,9-3 1,-7 3 0,-7 3-5,1 0-1,-1-1 1,0 0-1,0 1 1,0-1 0,0-1-1,0 1 1,0 0-1,-1 0 1,1-1 0,0 0-1,-1 0 1,1 1-1,-1-2 1,1 1 0,-1 0-1,0 0 1,0-1-1,3-4 1,-4 5 0,1 0 0,-1 0-1,0 1 1,1-1 0,-1 0 0,1 1 0,0-1 0,-1 0 0,1 1-1,0 0 1,0-1 0,0 1 0,0 0 0,0 0 0,0 0 0,1 1-1,-1-1 1,0 0 0,0 1 0,1-1 0,-1 1 0,0 0 0,1 0-1,-1 0 1,0 0 0,3 0 0,9 2 8,0 0 0,0 0 1,17 6-1,0 0 17,-31-8-29,14 6 10,-13-3-9,1-1 0,0 1 0,-1 0 1,1-1-1,-1 1 0,0 0 0,0 0 0,1 5 0,10 52 11,6 71 0,-11-59 10,3 0-1,24 82 0,-33-150-18,0-1-1,0 1 1,0 0-1,1-1 1,0 1-1,-1-1 1,2 1-1,-1-1 1,0 0-1,0 0 1,1 0-1,0 0 1,-1 0-1,1-1 1,0 1-1,0-1 1,6 3 0,-2-2 4,0-1 0,0 0 0,0-1 1,0 0-1,1 0 0,-1-1 0,0 1 1,10-2-1,11 2 29,0 1-1,44 10 1,-29-4-1,-41-8-33,1 0 1,-1 1-1,1 0 1,-1-1-1,0 1 1,1 0-1,-1 0 1,0 0-1,3 2 0,-4-3-1,-1 1 0,1-1-1,-1 1 1,1-1 0,-1 1-1,0-1 1,1 1 0,-1-1-1,1 1 1,-1 0 0,0-1-1,0 1 1,1-1 0,-1 1-1,0 0 1,0-1 0,0 1-1,0-1 1,0 1 0,0 0-1,0-1 1,0 1 0,0 1-1,-2 2 2,0 1 0,0 0 1,0-1-1,-1 0 0,1 0 0,-1 1 0,-6 5 0,-1 2 1,-162 211 58,164-211-51,-1-1 1,0 0-1,-1 0 1,-20 17-1,25-24-5,0-1-1,0 0 1,-1 0 0,1-1-1,0 1 1,-1-1-1,0 0 1,1-1 0,-1 1-1,0-1 1,0 0 0,0-1-1,0 1 1,-7-1-1,-94-8 74,-38-1 26,-210 10 159,353-1-262,1 0 0,0 0 0,-1 0 0,1 0-1,0 0 1,-1 0 0,1 0 0,-1-1-1,1 1 1,0 0 0,0-1 0,-1 1 0,1-1-1,0 0 1,0 1 0,0-1 0,-1 0-1,1 0 1,0 1 0,0-1 0,0 0 0,0 0-1,0 0 1,1 0 0,-2-2 0,-3-6 2,1 0 0,1 0-1,-1 0 1,1-1 0,-2-12 0,-10-64 9,9 50-9,-14-74-1,18 99-2,0-1 0,0 1 0,1-1 0,0 1 0,1-1 0,1 0 0,-1 1 0,2-1 0,0 1 0,0-1 0,1 1 0,1 0 0,-1 0 0,2 0 0,0 0 0,0 1 0,7-10 0,2-4 0,1 0 0,0 1 0,2 1 0,1 0 0,0 2 0,2 0 0,0 1 0,1 1 0,40-26 0,-55 40 0,0 1 0,0 0 0,1 0 0,-1 0 0,1 1 0,0 0 0,0 0 0,0 1 0,-1 0 0,1 0 0,0 1 0,12 0 0,-11 1 0,1 1 0,0 0 0,0 0 0,-1 1 0,1 0 0,-1 1 0,0 0 0,0 0 0,9 6 0,-6-3 0,0 0 0,1-2 0,0 1 0,0-1 0,1-1 0,-1 0 0,24 3 0,-4-3 0,-1-2 0,35-3 0,433-2 0,-304 4 0,-187-1 0,1 1 0,0 0 0,0 0 0,-1 1 0,1 0 0,0 1 0,-1 0 0,0 0 0,0 1 0,0-1 0,9 8 0,-8-7 0,1 0 0,-1 0 0,1 0 0,-1-1 0,1-1 0,0 0 0,0 0 0,14 0 0,85-3 0,-55-1 0,584 1 0,-638 1 0,5 1-5,0-1 0,1 0 0,-1 0 0,0 0 1,0-1-1,1 0 0,-1 0 0,0 0 1,0 0-1,0-1 0,0 0 0,0 0 1,7-5-1,-12 7-11,1-1 0,-1 1 1,1-1-1,-1 1 0,1-1 1,-1 1-1,1-1 0,-1 1 1,0-1-1,1 1 0,-1-1 1,0 1-1,0-1 0,1 0 1,-1 1-1,0-1 0,0 0 1,0 1-1,0-1 0,0 0 1,0 1-1,0-1 0,0 0 1,0 1-1,0-1 0,0 0 1,0 1-1,0-1 0,-1 0 1,-15-15-433,-31-3-119,-12 4 587,-115-14-1,47 11-76,-201-34-940,218 40 1123,-113 3 0,76 12 67,608-2 218,-413-4-337,61-9 0,-59 5-11,54-1-1,11 10 44,85-4 79,-187 0-168,0-1 0,0 0 0,0 0 0,0-2 0,15-6-1,-15 5 7,1 0 0,0 1 0,28-5 0,-6 3 43,49-16 0,-59 15-36,0 1 1,0 1-1,0 1 0,35-2 1,5 8 29,-44 1-35,0-2 0,0-1 0,0 0 0,0-1 0,22-6 0,-13 1 19,2 2-1,-1 1 1,0 2-1,61 3 1,43-2 79,-134 0-118,0 1-1,1 0 0,-1 0 0,1-1 1,-1 0-1,0 1 0,1-1 1,-1 0-1,0 0 0,1 0 1,1-2-1,-3 3-3,-1-1 0,0 1-1,0 0 1,0 0 0,0 0 0,0 0-1,0 0 1,0-1 0,0 1 0,0 0 0,0 0-1,0 0 1,1 0 0,-1-1 0,0 1-1,0 0 1,0 0 0,0 0 0,0 0 0,-1-1-1,1 1 1,0 0 0,0 0 0,0 0 0,0 0-1,0-1 1,0 1 0,0 0 0,0 0-1,0 0 1,0 0 0,0 0 0,0-1 0,-1 1-1,1 0 1,0 0 0,0 0 0,0 0 0,0 0-1,0 0 1,-1 0 0,1 0 0,0-1-1,0 1 1,0 0 0,0 0 0,-1 0 0,-21-5 21,-50 1-21,1 3 0,-1 3 0,1 3 0,0 3-1,0 3 1,1 4 0,-123 41 0,192-55-1,-40 16 0,39-16 0,1 0 0,-1-1 0,1 1 0,-1 0 0,1 0 0,-1 1 0,1-1 0,0 0 0,-1 0 0,1 1 0,0-1 0,0 1 0,0-1 0,0 1 0,0-1 0,1 1 0,-1-1 0,0 1 0,1 0 0,-2 3 0,3-4 0,-1 0 0,1 0 0,-1 0 0,1 0 0,-1 0 0,1 0 0,-1 0 0,1 0 0,0 0 0,-1 0 0,1 0 0,0 0 0,0-1 0,0 1 0,0 0 0,0-1 0,0 1 0,0 0 0,0-1 0,0 1 0,0-1 0,0 1 0,0-1 0,0 0 0,1 0 0,-1 1 0,0-1 0,2 0 0,39 5 0,-36-4 0,372 2 0,-193-6 0,304 3 0,-440 3 0,-46-2 0,0-1 0,-1 0 0,1 1 0,0 0 0,-1 0 0,1 0 0,-1 0 0,1 0 0,-1 0 0,1 0 0,-1 1 0,0 0 0,0-1 0,4 4 0,-6-4 0,0-1 0,0 1 0,1-1 0,-1 0 0,0 1 0,0-1 0,0 1 0,0-1 0,0 1 0,0-1 0,0 1 0,0-1 0,0 0 0,0 1 0,-1-1 0,1 1 0,0-1 0,0 1 0,0-1 0,0 0 0,-1 1 0,1-1 0,0 0 0,0 1 0,-1-1 0,1 0 0,0 1 0,-1-1 0,1 0 0,0 1 0,-1-1 0,1 0 0,0 0 0,-1 1 0,1-1 0,-1 0 0,1 0 0,0 0 0,-1 0 0,1 0 0,-1 1 0,1-1 0,-1 0 0,0 0 0,-25 6 0,-68 5 0,0-5 0,-104-6 0,92-1 0,-400-1 0,501 2 0,-7 0 0,1 0 0,0 1 0,-22 3 0,33-4 0,0 0 0,0 0 0,0 0 0,-1 0 0,1 0 0,0 0 0,0 0 0,0 0 0,0 0 0,-1 0 0,1 0 0,0 0 0,0 0 0,0 0 0,0 0 0,0 0 0,-1 0 0,1 0 0,0 0 0,0 0 0,0 0 0,0 0 0,0 1 0,-1-1 0,1 0 0,0 0 0,0 0 0,0 0 0,0 0 0,0 0 0,0 0 0,0 0 0,0 1 0,0-1 0,-1 0 0,1 0 0,0 0 0,0 0 0,0 0 0,0 1 0,0-1 0,0 0 0,0 0 0,0 0 0,0 0 0,0 0 0,0 1 0,0-1 0,0 0 0,0 0 0,0 0 0,0 0 0,0 1 0,0-1 0,0 0 0,1 0 0,-1 0 0,0 0 0,0 0 0,0 0 0,0 1 0,0-1 0,0 0 0,0 0 0,1 0 0,14 7 0,24 3 0,48 4 0,158 7 0,95-22 0,-131-2 0,-182 3 0,-1 1 0,1 2 0,47 10 0,-31-6 0,0-2 0,0-1 0,1-3 0,51-4 0,0 0 0,1204 3 0,-1292 1 0,0-1 0,-1 0 0,1-1 0,0 0 0,-1 0 0,1 0 0,-1-1 0,1 0 0,-1 0 0,0-1 0,0 1 0,8-6 0,0-4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5:02.9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5:12.7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4915,'0'91'0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5:13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 4915,'5'0'180,"6"0"0,1-5 1,4-1-1,-1 0-180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8:15:23.1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9:02:37.8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9:03:12.9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2169 1 4915,'0'2'35,"-1"0"0,1 1-1,-1-1 1,0 0 0,1 1 0,-1-1-1,0 0 1,-1 0 0,1 0 0,0 0-1,-1 0 1,1 0 0,-1 0 0,1 0-1,-1-1 1,0 1 0,0-1 0,0 1-1,0-1 1,-2 2 0,-3 1 24,1-1-1,-1 1 1,0-1-1,0 0 1,-8 2-1,-5 1 110,1 1 0,1 1 0,-1 0 0,1 2 0,-32 22-1,25-15-18,-4 2 119,-1-1-1,0-1 0,-1-1 0,-44 14 1,51-22-131,-1 0 52,0-1-1,0 0 1,-1-2 0,-35 3 0,-372-7 1929,203-4-992,180 3-808,38 0-22,36 0-9,899 0 5089,-995-1-4893,31-1-236,0 2 1,-1 2-1,-78 14 0,76-7 117,-1-2 0,-67 2 0,-92-10 597,77-1-640,-278 2-321,381 2 0,1 1 0,-1 0 0,1 2 0,-38 13 0,58-17 0,-1 0 0,1 0 0,-1 1 0,1-1 0,0 1 0,-1 0 0,1 0 0,0 0 0,0 1 0,1-1 0,-1 1 0,0-1 0,1 1 0,-1 0 0,1 0 0,0 0 0,0 0 0,0 1 0,1-1 0,-1 0 0,1 1 0,-2 5 0,-1 10 0,2-1 0,0 0 0,1 1 0,1 20 0,0-22 0,3 1082 0,-3-1089 0,0 100 0,-19 143 0,3-179 0,15-70 0,0 1 0,-1-1 0,0 0 0,0 0 0,0 0 0,-1 0 0,1 0 0,-1 0 0,0 0 0,0-1 0,0 0 0,-5 4 0,6-5 0,-1-1 0,0 1 0,1-1 0,-1 0 0,0 0 0,0 0 0,0 0 0,0 0 0,0-1 0,0 1 0,0-1 0,0 0 0,-1 0 0,1 0 0,0 0 0,0-1 0,-5 0 0,-6-3 0,1 0 0,-23-11 0,12 5 0,24 10 0,-19-11 0,17 7 0,-1 1 0,1-1 0,0 0 0,1 0 0,-1 1 0,0-1 0,1 0 0,-1-6 0,-9-52 0,-3-92 0,3-84 0,26-329 0,1 435 0,-13 112 0,1 1 0,2 0 0,0 1 0,9-21 0,-13 35 0,-1 1 0,1-1 0,0 0 0,0 1 0,1-1 0,-1 1 0,1 0 0,-1 0 0,1 0 0,0 0 0,0 1 0,1-1 0,-1 1 0,0-1 0,1 1 0,0 0 0,-1 1 0,1-1 0,0 1 0,0-1 0,0 1 0,0 0 0,6 0 0,3 1 0,0 0 0,0 1 0,0 1 0,0 0 0,23 8 0,10 0 0,285 27 0,-172-24 0,706 10 0,-595-26 0,856 3 0,-1598 0 0,449 2 0,1 0 0,-1 1 0,-26 8 0,22-4 0,-51 4 0,-109-9 0,161-2 0,-5 3 0,31-3 0,0 0 0,0 0 0,0 0 0,-1 0 0,1 0 0,0 1 0,0-1 0,0 0 0,0 0 0,0 0 0,0 0 0,0 0 0,0 1 0,-1-1 0,1 0 0,0 0 0,0 0 0,0 0 0,0 0 0,0 1 0,0-1 0,0 0 0,0 0 0,0 0 0,0 0 0,0 1 0,0-1 0,0 0 0,0 0 0,0 0 0,0 0 0,0 1 0,0-1 0,0 0 0,0 0 0,1 0 0,-1 0 0,0 1 0,0-1 0,0 0 0,0 0 0,0 0 0,0 0 0,0 0 0,1 0 0,-1 1 0,18 11 0,15 5 0,1-1 0,1-3 0,45 13 0,118 20 0,-84-27 0,199 7 0,116-27 0,-410 0 0,-93-1 0,-78-14 0,-67-3 0,39 21 0,-83-4 0,118-14 0,-22-2 0,-255 14 0,265 5 0,147-1 0,4 0 0,0 0 0,0 0 0,0 0 0,1 0 0,-1-1 0,0 0 0,0-1 0,-8-2 0,14 4-4,0 0 0,-1-1 0,1 1 0,-1 0 0,1 0 0,0-1 1,-1 1-1,1 0 0,0-1 0,-1 1 0,1 0 0,0-1 0,0 1 0,-1-1 0,1 1 0,0 0 1,0-1-1,0 1 0,-1-1 0,1 1 0,0-1 0,0 1 0,0-1 0,0 1 0,0-1 0,0 1 0,0-1 1,0 1-1,0 0 0,0-1 0,0 1 0,0-1 0,0 1 0,1-1 0,-1 1 0,0-1 0,0 1 0,0 0 1,1-1-1,-1 1 0,0-1 0,1 1 0,-1 0 0,0-1 0,1 1 0,-1 0 0,1-1 0,22-16-378,3 2 92,1 2 0,0 0 0,54-15 0,96-16-32,-104 28 397,-32 6-52,57-15 46,0 5-1,170-13 1,-230 29-33,0-1 1,0-1-1,42-14 0,-37 9 10,77-11 0,35 20 34,-5 1 5,-120-6-66,-19 0 1,-11 7-20,0 0 1,1 0 0,-1-1 0,0 1 0,0 0 0,0 0 0,0-1 0,0 1 0,0 0 0,0 0 0,0 0 0,0-1 0,0 1 0,0 0 0,-1 0 0,1-1 0,0 1 0,0 0 0,0 0 0,0 0 0,0-1 0,0 1 0,0 0 0,-1 0 0,1 0 0,0 0 0,0-1 0,0 1 0,0 0-1,-1 0 1,1 0 0,0 0 0,0 0 0,0 0 0,0-1 0,-1 1 0,1 0 0,0 0 0,0 0 0,-1 0 0,1 0 0,0 0 0,0 0 0,0 0 0,-1 0 0,-12-4 17,-1 1 1,1 0-1,-26-2 1,-4 0 11,-68-10 54,0 4 1,-125 5-1,-1156 7 682,1350-2-738,28-2 10,15-3-9,30-6 7,43-2-33,1 3-1,139-2 1,-138 10-2,335-5-1,92-5 0,-119-16 0,-200 15 0,69-4 0,-229 17 0,142-9 0,-140 7 0,0-1 0,0-1 0,-1-2 0,27-10 0,-50 17 0,-1 0 0,0-1 0,0 1 0,0 0 0,0-1 0,1 0 0,-1 1 0,0-1 0,0 1 0,0-1 0,0 0 0,0 0 0,0 0 0,0 0 0,-1 0 0,1 1 0,0-1 0,0-2 0,-1 3 0,0-1 0,0 0 0,-1 1 0,1-1 0,0 1 0,-1-1 0,1 1 0,0 0 0,-1-1 0,1 1 0,-1-1 0,1 1 0,-1 0 0,1-1 0,-1 1 0,1 0 0,-1-1 0,1 1 0,-1 0 0,1 0 0,-1 0 0,1-1 0,-1 1 0,0 0 0,0 0 0,-50-7 0,-398 5 0,216 5 0,-718-3 0,950 0 0,-1 0 0,1 0 0,0-1 0,0 1 0,0 0 0,0 0 0,0 0 0,-1 0 0,1 1 0,0-1 0,0 0 0,0 0 0,0 1 0,0-1 0,0 1 0,0-1 0,0 1 0,0-1 0,-2 2 0,4-1 0,0 0 0,0 0 0,0 0 0,1-1 0,-1 1 0,0 0 0,0-1 0,0 1 0,1 0 0,-1-1 0,0 0 0,1 1 0,-1-1 0,0 0 0,3 1 0,60 9 0,1-2 0,0-4 0,72-3 0,-80-1 0,-6-3 0,0-2 0,-1-2 0,75-21 0,-39 9 0,-20 8 0,103-4 0,-103 11 0,180-14 0,660-23 0,-884 40 0,-22 1 0,-1 0 0,1 0 0,0 0 0,0 0 0,0 0 0,0 0 0,0 0 0,0 0 0,0 0 0,0 0 0,0 0 0,0 0 0,0 0 0,0 0 0,0 0 0,0-1 0,0 1 0,0 0 0,0 0 0,-1 0 0,1 0 0,0 0 0,0 0 0,0 0 0,0 0 0,0 0 0,0 0 0,0 0 0,0 0 0,0 0 0,0-1 0,0 1 0,0 0 0,0 0 0,0 0 0,0 0 0,0 0 0,0 0 0,0 0 0,0 0 0,1 0 0,-1 0 0,0 0 0,0 0 0,0-1 0,-36-6 0,27 5 0,-59-9 0,-108-2 0,-75 13 0,126 1 0,-1189 0 0,4897-1 0,-3308-15 0,-96 2 0,826 3 0,-627 12 0,1926-2-1092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9:03:27.3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515 0 12202,'-514'1658'0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9:03:56.7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22 4915,'0'-6'0,"6"-2"180,3 0-180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9:02:37.8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9:03:12.9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2169 1 4915,'0'2'35,"-1"0"0,1 1-1,-1-1 1,0 0 0,1 1 0,-1-1-1,0 0 1,-1 0 0,1 0 0,0 0-1,-1 0 1,1 0 0,-1 0 0,1 0-1,-1-1 1,0 1 0,0-1 0,0 1-1,0-1 1,-2 2 0,-3 1 24,1-1-1,-1 1 1,0-1-1,0 0 1,-8 2-1,-5 1 110,1 1 0,1 1 0,-1 0 0,1 2 0,-32 22-1,25-15-18,-4 2 119,-1-1-1,0-1 0,-1-1 0,-44 14 1,51-22-131,-1 0 52,0-1-1,0 0 1,-1-2 0,-35 3 0,-372-7 1929,203-4-992,180 3-808,38 0-22,36 0-9,899 0 5089,-995-1-4893,31-1-236,0 2 1,-1 2-1,-78 14 0,76-7 117,-1-2 0,-67 2 0,-92-10 597,77-1-640,-278 2-321,381 2 0,1 1 0,-1 0 0,1 2 0,-38 13 0,58-17 0,-1 0 0,1 0 0,-1 1 0,1-1 0,0 1 0,-1 0 0,1 0 0,0 0 0,0 1 0,1-1 0,-1 1 0,0-1 0,1 1 0,-1 0 0,1 0 0,0 0 0,0 0 0,0 1 0,1-1 0,-1 0 0,1 1 0,-2 5 0,-1 10 0,2-1 0,0 0 0,1 1 0,1 20 0,0-22 0,3 1082 0,-3-1089 0,0 100 0,-19 143 0,3-179 0,15-70 0,0 1 0,-1-1 0,0 0 0,0 0 0,0 0 0,-1 0 0,1 0 0,-1 0 0,0 0 0,0-1 0,0 0 0,-5 4 0,6-5 0,-1-1 0,0 1 0,1-1 0,-1 0 0,0 0 0,0 0 0,0 0 0,0 0 0,0-1 0,0 1 0,0-1 0,0 0 0,-1 0 0,1 0 0,0 0 0,0-1 0,-5 0 0,-6-3 0,1 0 0,-23-11 0,12 5 0,24 10 0,-19-11 0,17 7 0,-1 1 0,1-1 0,0 0 0,1 0 0,-1 1 0,0-1 0,1 0 0,-1-6 0,-9-52 0,-3-92 0,3-84 0,26-329 0,1 435 0,-13 112 0,1 1 0,2 0 0,0 1 0,9-21 0,-13 35 0,-1 1 0,1-1 0,0 0 0,0 1 0,1-1 0,-1 1 0,1 0 0,-1 0 0,1 0 0,0 0 0,0 1 0,1-1 0,-1 1 0,0-1 0,1 1 0,0 0 0,-1 1 0,1-1 0,0 1 0,0-1 0,0 1 0,0 0 0,6 0 0,3 1 0,0 0 0,0 1 0,0 1 0,0 0 0,23 8 0,10 0 0,285 27 0,-172-24 0,706 10 0,-595-26 0,856 3 0,-1598 0 0,449 2 0,1 0 0,-1 1 0,-26 8 0,22-4 0,-51 4 0,-109-9 0,161-2 0,-5 3 0,31-3 0,0 0 0,0 0 0,0 0 0,-1 0 0,1 0 0,0 1 0,0-1 0,0 0 0,0 0 0,0 0 0,0 0 0,0 0 0,0 1 0,-1-1 0,1 0 0,0 0 0,0 0 0,0 0 0,0 0 0,0 1 0,0-1 0,0 0 0,0 0 0,0 0 0,0 0 0,0 1 0,0-1 0,0 0 0,0 0 0,0 0 0,0 0 0,0 1 0,0-1 0,0 0 0,0 0 0,1 0 0,-1 0 0,0 1 0,0-1 0,0 0 0,0 0 0,0 0 0,0 0 0,0 0 0,1 0 0,-1 1 0,18 11 0,15 5 0,1-1 0,1-3 0,45 13 0,118 20 0,-84-27 0,199 7 0,116-27 0,-410 0 0,-93-1 0,-78-14 0,-67-3 0,39 21 0,-83-4 0,118-14 0,-22-2 0,-255 14 0,265 5 0,147-1 0,4 0 0,0 0 0,0 0 0,0 0 0,1 0 0,-1-1 0,0 0 0,0-1 0,-8-2 0,14 4-4,0 0 0,-1-1 0,1 1 0,-1 0 0,1 0 0,0-1 1,-1 1-1,1 0 0,0-1 0,-1 1 0,1 0 0,0-1 0,0 1 0,-1-1 0,1 1 0,0 0 1,0-1-1,0 1 0,-1-1 0,1 1 0,0-1 0,0 1 0,0-1 0,0 1 0,0-1 0,0 1 0,0-1 1,0 1-1,0 0 0,0-1 0,0 1 0,0-1 0,0 1 0,1-1 0,-1 1 0,0-1 0,0 1 0,0 0 1,1-1-1,-1 1 0,0-1 0,1 1 0,-1 0 0,0-1 0,1 1 0,-1 0 0,1-1 0,22-16-378,3 2 92,1 2 0,0 0 0,54-15 0,96-16-32,-104 28 397,-32 6-52,57-15 46,0 5-1,170-13 1,-230 29-33,0-1 1,0-1-1,42-14 0,-37 9 10,77-11 0,35 20 34,-5 1 5,-120-6-66,-19 0 1,-11 7-20,0 0 1,1 0 0,-1-1 0,0 1 0,0 0 0,0 0 0,0-1 0,0 1 0,0 0 0,0 0 0,0 0 0,0-1 0,0 1 0,0 0 0,-1 0 0,1-1 0,0 1 0,0 0 0,0 0 0,0 0 0,0-1 0,0 1 0,0 0 0,-1 0 0,1 0 0,0 0 0,0-1 0,0 1 0,0 0-1,-1 0 1,1 0 0,0 0 0,0 0 0,0 0 0,0-1 0,-1 1 0,1 0 0,0 0 0,0 0 0,-1 0 0,1 0 0,0 0 0,0 0 0,0 0 0,-1 0 0,-12-4 17,-1 1 1,1 0-1,-26-2 1,-4 0 11,-68-10 54,0 4 1,-125 5-1,-1156 7 682,1350-2-738,28-2 10,15-3-9,30-6 7,43-2-33,1 3-1,139-2 1,-138 10-2,335-5-1,92-5 0,-119-16 0,-200 15 0,69-4 0,-229 17 0,142-9 0,-140 7 0,0-1 0,0-1 0,-1-2 0,27-10 0,-50 17 0,-1 0 0,0-1 0,0 1 0,0 0 0,0-1 0,1 0 0,-1 1 0,0-1 0,0 1 0,0-1 0,0 0 0,0 0 0,0 0 0,0 0 0,-1 0 0,1 1 0,0-1 0,0-2 0,-1 3 0,0-1 0,0 0 0,-1 1 0,1-1 0,0 1 0,-1-1 0,1 1 0,0 0 0,-1-1 0,1 1 0,-1-1 0,1 1 0,-1 0 0,1-1 0,-1 1 0,1 0 0,-1-1 0,1 1 0,-1 0 0,1 0 0,-1 0 0,1-1 0,-1 1 0,0 0 0,0 0 0,-50-7 0,-398 5 0,216 5 0,-718-3 0,950 0 0,-1 0 0,1 0 0,0-1 0,0 1 0,0 0 0,0 0 0,0 0 0,-1 0 0,1 1 0,0-1 0,0 0 0,0 0 0,0 1 0,0-1 0,0 1 0,0-1 0,0 1 0,0-1 0,-2 2 0,4-1 0,0 0 0,0 0 0,0 0 0,1-1 0,-1 1 0,0 0 0,0-1 0,0 1 0,1 0 0,-1-1 0,0 0 0,1 1 0,-1-1 0,0 0 0,3 1 0,60 9 0,1-2 0,0-4 0,72-3 0,-80-1 0,-6-3 0,0-2 0,-1-2 0,75-21 0,-39 9 0,-20 8 0,103-4 0,-103 11 0,180-14 0,660-23 0,-884 40 0,-22 1 0,-1 0 0,1 0 0,0 0 0,0 0 0,0 0 0,0 0 0,0 0 0,0 0 0,0 0 0,0 0 0,0 0 0,0 0 0,0 0 0,0 0 0,0 0 0,0-1 0,0 1 0,0 0 0,0 0 0,-1 0 0,1 0 0,0 0 0,0 0 0,0 0 0,0 0 0,0 0 0,0 0 0,0 0 0,0 0 0,0 0 0,0-1 0,0 1 0,0 0 0,0 0 0,0 0 0,0 0 0,0 0 0,0 0 0,0 0 0,0 0 0,1 0 0,-1 0 0,0 0 0,0 0 0,0-1 0,-36-6 0,27 5 0,-59-9 0,-108-2 0,-75 13 0,126 1 0,-1189 0 0,4897-1 0,-3308-15 0,-96 2 0,826 3 0,-627 12 0,1926-2-1092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9:03:27.3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515 0 12202,'-514'1658'0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24A91-3B88-1ABD-12B8-651172C89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FED9B-AD93-0A22-9063-D82DFFD85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B0DC4-12A6-CFDF-434F-CC8064B40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AF4EE-15F2-1974-5631-484C2787B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450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5ED7D-BCCA-59F5-2714-7DEF437FA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19060-A1D3-AEE9-0720-57A6DC299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0C567-8890-8E01-4A43-EC2079354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8FD6D-D1B9-3C8F-54C4-183B40BBE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544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2C019-E140-BF50-C72A-20B2686C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9AB51-4011-75A3-C92D-DC0FE4A29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9AFA5-4F4E-79B8-1831-29C6F1637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CCE92-02C8-C178-FF82-798363049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191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6747A-CB20-BB1C-91C6-527C4182B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3506C-EF3C-68BC-7748-1E2307859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BC0C0-FF0F-D9C8-78CA-6F9D58CF6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B5D97-0F6E-063A-680B-D4E77E944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80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26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5.png"/><Relationship Id="rId24" Type="http://schemas.openxmlformats.org/officeDocument/2006/relationships/customXml" Target="../ink/ink11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image" Target="../media/image13.png"/><Relationship Id="rId10" Type="http://schemas.openxmlformats.org/officeDocument/2006/relationships/customXml" Target="../ink/ink4.xml"/><Relationship Id="rId19" Type="http://schemas.openxmlformats.org/officeDocument/2006/relationships/image" Target="../media/image9.png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customXml" Target="../ink/ink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customXml" Target="../ink/ink15.xml"/><Relationship Id="rId7" Type="http://schemas.openxmlformats.org/officeDocument/2006/relationships/image" Target="../media/image15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6.xml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customXml" Target="../ink/ink18.xml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customXml" Target="../ink/ink20.xml"/><Relationship Id="rId4" Type="http://schemas.openxmlformats.org/officeDocument/2006/relationships/image" Target="../media/image5.png"/><Relationship Id="rId9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ircular logo with different symbols&#10;&#10;AI-generated content may be incorrect.">
            <a:extLst>
              <a:ext uri="{FF2B5EF4-FFF2-40B4-BE49-F238E27FC236}">
                <a16:creationId xmlns:a16="http://schemas.microsoft.com/office/drawing/2014/main" id="{A4E52152-A006-6854-A2FA-561046CF1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963" y="-107130"/>
            <a:ext cx="1898073" cy="18855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8A4F64-4D93-4540-5595-D33849D36DAD}"/>
              </a:ext>
            </a:extLst>
          </p:cNvPr>
          <p:cNvSpPr txBox="1"/>
          <p:nvPr/>
        </p:nvSpPr>
        <p:spPr>
          <a:xfrm>
            <a:off x="8158480" y="4654298"/>
            <a:ext cx="39308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Team Members:</a:t>
            </a:r>
          </a:p>
          <a:p>
            <a:r>
              <a:rPr lang="en-IN" dirty="0">
                <a:solidFill>
                  <a:schemeClr val="bg1"/>
                </a:solidFill>
              </a:rPr>
              <a:t>Sandesh </a:t>
            </a:r>
            <a:r>
              <a:rPr lang="en-IN" dirty="0" err="1">
                <a:solidFill>
                  <a:schemeClr val="bg1"/>
                </a:solidFill>
              </a:rPr>
              <a:t>Pujeri</a:t>
            </a:r>
            <a:r>
              <a:rPr lang="en-IN" dirty="0">
                <a:solidFill>
                  <a:schemeClr val="bg1"/>
                </a:solidFill>
              </a:rPr>
              <a:t>        (2BA23EC091)</a:t>
            </a:r>
          </a:p>
          <a:p>
            <a:r>
              <a:rPr lang="en-IN" dirty="0">
                <a:solidFill>
                  <a:schemeClr val="bg1"/>
                </a:solidFill>
              </a:rPr>
              <a:t>Saikiran </a:t>
            </a:r>
            <a:r>
              <a:rPr lang="en-IN" dirty="0" err="1">
                <a:solidFill>
                  <a:schemeClr val="bg1"/>
                </a:solidFill>
              </a:rPr>
              <a:t>Ittannavar</a:t>
            </a:r>
            <a:r>
              <a:rPr lang="en-IN" dirty="0">
                <a:solidFill>
                  <a:schemeClr val="bg1"/>
                </a:solidFill>
              </a:rPr>
              <a:t>  (2BA23EC090)</a:t>
            </a:r>
          </a:p>
          <a:p>
            <a:r>
              <a:rPr lang="en-IN" dirty="0">
                <a:solidFill>
                  <a:schemeClr val="bg1"/>
                </a:solidFill>
              </a:rPr>
              <a:t>Mallikarjun Maigur  (2BA23EC053)</a:t>
            </a:r>
          </a:p>
          <a:p>
            <a:r>
              <a:rPr lang="en-IN" dirty="0">
                <a:solidFill>
                  <a:schemeClr val="bg1"/>
                </a:solidFill>
              </a:rPr>
              <a:t>Prajwal </a:t>
            </a:r>
            <a:r>
              <a:rPr lang="en-IN" dirty="0" err="1">
                <a:solidFill>
                  <a:schemeClr val="bg1"/>
                </a:solidFill>
              </a:rPr>
              <a:t>Chouraddi</a:t>
            </a:r>
            <a:r>
              <a:rPr lang="en-IN" dirty="0">
                <a:solidFill>
                  <a:schemeClr val="bg1"/>
                </a:solidFill>
              </a:rPr>
              <a:t>   (2BA23EC067)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E5924-060A-220C-35E7-8B67326BDE9C}"/>
              </a:ext>
            </a:extLst>
          </p:cNvPr>
          <p:cNvSpPr txBox="1"/>
          <p:nvPr/>
        </p:nvSpPr>
        <p:spPr>
          <a:xfrm>
            <a:off x="548640" y="4850501"/>
            <a:ext cx="2953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Project Guide:</a:t>
            </a:r>
            <a:endParaRPr lang="en-IN" sz="1800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Dr. </a:t>
            </a:r>
            <a:r>
              <a:rPr lang="en-IN" dirty="0" err="1">
                <a:solidFill>
                  <a:schemeClr val="bg1"/>
                </a:solidFill>
              </a:rPr>
              <a:t>Santosh.B</a:t>
            </a:r>
            <a:r>
              <a:rPr lang="en-IN" dirty="0">
                <a:solidFill>
                  <a:schemeClr val="bg1"/>
                </a:solidFill>
              </a:rPr>
              <a:t>. </a:t>
            </a:r>
            <a:r>
              <a:rPr lang="en-IN" dirty="0" err="1">
                <a:solidFill>
                  <a:schemeClr val="bg1"/>
                </a:solidFill>
              </a:rPr>
              <a:t>Kumbalavati</a:t>
            </a:r>
            <a:endParaRPr lang="en-I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2C23C7-D242-F71B-60A1-EF32D5DD6452}"/>
                  </a:ext>
                </a:extLst>
              </p14:cNvPr>
              <p14:cNvContentPartPr/>
              <p14:nvPr/>
            </p14:nvContentPartPr>
            <p14:xfrm>
              <a:off x="4867571" y="2959222"/>
              <a:ext cx="5342040" cy="2909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2C23C7-D242-F71B-60A1-EF32D5DD64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49931" y="2941582"/>
                <a:ext cx="5377680" cy="29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6412262-FD08-4E34-2412-F561A3E3E0A3}"/>
                  </a:ext>
                </a:extLst>
              </p14:cNvPr>
              <p14:cNvContentPartPr/>
              <p14:nvPr/>
            </p14:nvContentPartPr>
            <p14:xfrm>
              <a:off x="6238200" y="3606840"/>
              <a:ext cx="27000" cy="173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6412262-FD08-4E34-2412-F561A3E3E0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75200" y="3543840"/>
                <a:ext cx="15264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4640338-CCAF-573D-3D06-A7AC54045159}"/>
                  </a:ext>
                </a:extLst>
              </p14:cNvPr>
              <p14:cNvContentPartPr/>
              <p14:nvPr/>
            </p14:nvContentPartPr>
            <p14:xfrm rot="-5719083">
              <a:off x="5122915" y="3161210"/>
              <a:ext cx="1007344" cy="1006492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4640338-CCAF-573D-3D06-A7AC540451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-5719083">
                <a:off x="5059911" y="3098574"/>
                <a:ext cx="1132992" cy="11321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BBAE366-3B20-83C8-51CA-25FA4FA5F5DB}"/>
                  </a:ext>
                </a:extLst>
              </p14:cNvPr>
              <p14:cNvContentPartPr/>
              <p14:nvPr/>
            </p14:nvContentPartPr>
            <p14:xfrm>
              <a:off x="9091947" y="3512176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BBAE366-3B20-83C8-51CA-25FA4FA5F5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29307" y="344953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8F0082A-209D-19B2-38D8-DE25655E54E2}"/>
                  </a:ext>
                </a:extLst>
              </p14:cNvPr>
              <p14:cNvContentPartPr/>
              <p14:nvPr/>
            </p14:nvContentPartPr>
            <p14:xfrm>
              <a:off x="7543587" y="3906736"/>
              <a:ext cx="734400" cy="32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8F0082A-209D-19B2-38D8-DE25655E54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80947" y="3844096"/>
                <a:ext cx="86004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423A6069-87A3-4F45-048B-FCEBDDEC8F0E}"/>
              </a:ext>
            </a:extLst>
          </p:cNvPr>
          <p:cNvGrpSpPr/>
          <p:nvPr/>
        </p:nvGrpSpPr>
        <p:grpSpPr>
          <a:xfrm>
            <a:off x="6221307" y="3007080"/>
            <a:ext cx="2358720" cy="1221856"/>
            <a:chOff x="6221307" y="3007080"/>
            <a:chExt cx="2358720" cy="122185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9165841-51C6-3769-73D0-361AAFC8290B}"/>
                    </a:ext>
                  </a:extLst>
                </p14:cNvPr>
                <p14:cNvContentPartPr/>
                <p14:nvPr/>
              </p14:nvContentPartPr>
              <p14:xfrm>
                <a:off x="7782240" y="3555720"/>
                <a:ext cx="10080" cy="122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9165841-51C6-3769-73D0-361AAFC8290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64240" y="3538080"/>
                  <a:ext cx="457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C667FC2-51F5-192F-CD27-778E8DD4DF6A}"/>
                    </a:ext>
                  </a:extLst>
                </p14:cNvPr>
                <p14:cNvContentPartPr/>
                <p14:nvPr/>
              </p14:nvContentPartPr>
              <p14:xfrm>
                <a:off x="8256000" y="3007080"/>
                <a:ext cx="186840" cy="594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C667FC2-51F5-192F-CD27-778E8DD4DF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38360" y="2989440"/>
                  <a:ext cx="22248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C8E4A4-1E0B-9083-0ED4-2AAEE54EC7A4}"/>
                    </a:ext>
                  </a:extLst>
                </p14:cNvPr>
                <p14:cNvContentPartPr/>
                <p14:nvPr/>
              </p14:nvContentPartPr>
              <p14:xfrm>
                <a:off x="6965427" y="3710896"/>
                <a:ext cx="1326600" cy="227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C8E4A4-1E0B-9083-0ED4-2AAEE54EC7A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02787" y="3648256"/>
                  <a:ext cx="14522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E4D84B9-3A5D-23BA-8D7B-D0E87B073AFE}"/>
                    </a:ext>
                  </a:extLst>
                </p14:cNvPr>
                <p14:cNvContentPartPr/>
                <p14:nvPr/>
              </p14:nvContentPartPr>
              <p14:xfrm>
                <a:off x="6221307" y="3890896"/>
                <a:ext cx="23760" cy="20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E4D84B9-3A5D-23BA-8D7B-D0E87B073AF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58307" y="3827896"/>
                  <a:ext cx="1494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CBF59B6-361E-60EE-5753-70D94D87A492}"/>
                    </a:ext>
                  </a:extLst>
                </p14:cNvPr>
                <p14:cNvContentPartPr/>
                <p14:nvPr/>
              </p14:nvContentPartPr>
              <p14:xfrm>
                <a:off x="6286467" y="3844816"/>
                <a:ext cx="2293560" cy="384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CBF59B6-361E-60EE-5753-70D94D87A4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23827" y="3782176"/>
                  <a:ext cx="2419200" cy="50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CF80BD4-335A-FFD3-225E-3D9A9A5745B8}"/>
                  </a:ext>
                </a:extLst>
              </p14:cNvPr>
              <p14:cNvContentPartPr/>
              <p14:nvPr/>
            </p14:nvContentPartPr>
            <p14:xfrm>
              <a:off x="6156840" y="3413880"/>
              <a:ext cx="36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CF80BD4-335A-FFD3-225E-3D9A9A5745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94200" y="335088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DB44395-D2B1-9035-32A3-AED367A64713}"/>
                  </a:ext>
                </a:extLst>
              </p14:cNvPr>
              <p14:cNvContentPartPr/>
              <p14:nvPr/>
            </p14:nvContentPartPr>
            <p14:xfrm>
              <a:off x="8483520" y="3007080"/>
              <a:ext cx="360" cy="33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DB44395-D2B1-9035-32A3-AED367A6471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420520" y="2944440"/>
                <a:ext cx="12600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8431249-8789-7D24-A7F9-D5C26BFD3845}"/>
                  </a:ext>
                </a:extLst>
              </p14:cNvPr>
              <p14:cNvContentPartPr/>
              <p14:nvPr/>
            </p14:nvContentPartPr>
            <p14:xfrm>
              <a:off x="2763480" y="5124600"/>
              <a:ext cx="21600" cy="64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8431249-8789-7D24-A7F9-D5C26BFD384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700480" y="5061960"/>
                <a:ext cx="1472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2765309-EAAE-B75B-2B6C-33606FBF9C85}"/>
                  </a:ext>
                </a:extLst>
              </p14:cNvPr>
              <p14:cNvContentPartPr/>
              <p14:nvPr/>
            </p14:nvContentPartPr>
            <p14:xfrm>
              <a:off x="2570520" y="5598080"/>
              <a:ext cx="360" cy="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2765309-EAAE-B75B-2B6C-33606FBF9C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7520" y="5535440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8D4C39C1-09B2-1EE5-3568-73902150172A}"/>
              </a:ext>
            </a:extLst>
          </p:cNvPr>
          <p:cNvSpPr txBox="1"/>
          <p:nvPr/>
        </p:nvSpPr>
        <p:spPr>
          <a:xfrm>
            <a:off x="2494460" y="1666441"/>
            <a:ext cx="7624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BASAVESHWAR ENGINEERING COLLEGE , BAGALKOT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B7CF5B-E6BF-6A4A-557D-2727537AD7B8}"/>
              </a:ext>
            </a:extLst>
          </p:cNvPr>
          <p:cNvSpPr txBox="1"/>
          <p:nvPr/>
        </p:nvSpPr>
        <p:spPr>
          <a:xfrm>
            <a:off x="3375642" y="2205001"/>
            <a:ext cx="6134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                                      DEPARTMENT OF</a:t>
            </a:r>
          </a:p>
          <a:p>
            <a:r>
              <a:rPr lang="en-US" dirty="0">
                <a:solidFill>
                  <a:schemeClr val="bg1"/>
                </a:solidFill>
              </a:rPr>
              <a:t>           ELECTRONICS AND COMMUNICATION ENGINEERING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6DBD4B-2C11-7C84-7DBA-35AEA23AEC76}"/>
              </a:ext>
            </a:extLst>
          </p:cNvPr>
          <p:cNvSpPr txBox="1"/>
          <p:nvPr/>
        </p:nvSpPr>
        <p:spPr>
          <a:xfrm>
            <a:off x="2724160" y="2875082"/>
            <a:ext cx="869764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     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BASED PATIENT VITAL HEALTH MONITERING SYSTEM”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91F67-2F17-A492-E548-4170513B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57D41-7013-5131-4D72-C5E79377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B7649-E517-35C9-E32F-2177DE900E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Introduction</a:t>
            </a:r>
          </a:p>
          <a:p>
            <a:r>
              <a:rPr lang="en-IN" dirty="0"/>
              <a:t>Problem Statement &amp; Motivation</a:t>
            </a:r>
          </a:p>
          <a:p>
            <a:r>
              <a:rPr lang="en-IN" dirty="0"/>
              <a:t>Block Diagram</a:t>
            </a:r>
          </a:p>
          <a:p>
            <a:r>
              <a:rPr lang="en-US" dirty="0"/>
              <a:t>Outcomes </a:t>
            </a:r>
            <a:endParaRPr lang="en-IN" dirty="0"/>
          </a:p>
          <a:p>
            <a:r>
              <a:rPr lang="en-IN" dirty="0"/>
              <a:t>Conclusion</a:t>
            </a:r>
          </a:p>
          <a:p>
            <a:r>
              <a:rPr lang="en-US" dirty="0"/>
              <a:t>Reference </a:t>
            </a:r>
            <a:endParaRPr lang="en-IN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6D29AA-CC55-2A21-DD94-D9ACD1E77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&amp; Software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7F3D5ED-403E-5827-ABCB-020D8942B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&amp; Software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BF9F3-438B-AC40-B3BE-BDBFD4B4F235}"/>
              </a:ext>
            </a:extLst>
          </p:cNvPr>
          <p:cNvSpPr txBox="1"/>
          <p:nvPr/>
        </p:nvSpPr>
        <p:spPr>
          <a:xfrm>
            <a:off x="11666483" y="6336268"/>
            <a:ext cx="325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637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980" y="234955"/>
            <a:ext cx="10873740" cy="168020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66160" y="2413254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Modern healthcare requires continuous and efficient patient monitoring.</a:t>
            </a:r>
          </a:p>
          <a:p>
            <a:r>
              <a:rPr lang="en-US" dirty="0"/>
              <a:t>Manual vital sign checks are labor-intensive and do not provide real-time data, which can lead to delays in detecting critical changes.</a:t>
            </a:r>
          </a:p>
          <a:p>
            <a:r>
              <a:rPr lang="en-US" dirty="0"/>
              <a:t>Our project proposes a portable, automated system using the Internet of Things (IoT) to continuously monitor key vital signs.</a:t>
            </a:r>
          </a:p>
          <a:p>
            <a:r>
              <a:rPr lang="en-US" b="1" dirty="0"/>
              <a:t>Goal:</a:t>
            </a:r>
            <a:r>
              <a:rPr lang="en-US" dirty="0"/>
              <a:t> To enable remote patient management, improve healthcare efficiency, and allow for quicker emergency response.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898774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A173A5B-B2AD-9D30-41DE-624D1ECDD7F3}"/>
              </a:ext>
            </a:extLst>
          </p:cNvPr>
          <p:cNvSpPr txBox="1"/>
          <p:nvPr/>
        </p:nvSpPr>
        <p:spPr>
          <a:xfrm>
            <a:off x="11666483" y="6336268"/>
            <a:ext cx="325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21" y="629531"/>
            <a:ext cx="9778365" cy="149459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Motivation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 flipH="1">
            <a:off x="638704" y="2860235"/>
            <a:ext cx="9885680" cy="336823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The Problem:</a:t>
            </a:r>
            <a:r>
              <a:rPr lang="en-US" dirty="0"/>
              <a:t> Current monitoring methods are often intermittent and manual. This is insufficient for patients in critical care or elderly individuals living alone.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The Risk:</a:t>
            </a:r>
            <a:r>
              <a:rPr lang="en-US" dirty="0"/>
              <a:t> Lack of continuous, real-time data can result in delayed medical intervention during a health crisis, impacting patient outcomes.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The Motivation:</a:t>
            </a:r>
            <a:r>
              <a:rPr lang="en-US" dirty="0"/>
              <a:t> There is a clear need for an automated, reliable, and accessible system to provide continuous health data and alert caregivers to abnormal conditions.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46BD1-40E1-CFDC-A446-E5ED8E5CE61F}"/>
              </a:ext>
            </a:extLst>
          </p:cNvPr>
          <p:cNvSpPr txBox="1"/>
          <p:nvPr/>
        </p:nvSpPr>
        <p:spPr>
          <a:xfrm>
            <a:off x="11666483" y="6336268"/>
            <a:ext cx="325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8702040" cy="359747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Existing remote monitoring systems often rely on expensive, proprietary hardware, limiting their accessibility.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Many studies highlight the effectiveness of IoT in healthcare for reducing hospital stays and improving patient quality of life.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Research shows that real-time alerts for conditions like hypoxia (low SpO₂) or fever can significantly reduce response times in emergencies.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Our project builds upon established principles by using low-cost, open-source components to create a more accessible solution.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1DD22-85AE-BA2F-65D1-069E892B4A11}"/>
              </a:ext>
            </a:extLst>
          </p:cNvPr>
          <p:cNvSpPr txBox="1"/>
          <p:nvPr/>
        </p:nvSpPr>
        <p:spPr>
          <a:xfrm>
            <a:off x="11666483" y="6336268"/>
            <a:ext cx="325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10461360" cy="359747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Hardware Integration:</a:t>
            </a:r>
            <a:r>
              <a:rPr lang="en-US" dirty="0"/>
              <a:t> Assemble and connect components like the ESP32, MAX30100, and DS18B20 on a breadboard to form the sensor and processing unit.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Software Development:</a:t>
            </a:r>
            <a:r>
              <a:rPr lang="en-US" dirty="0"/>
              <a:t> Program the ESP32 using the Arduino IDE and necessary libraries to read sensor data, process it, and connect to Wi-Fi.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Cloud Platform Setup:</a:t>
            </a:r>
            <a:r>
              <a:rPr lang="en-US" dirty="0"/>
              <a:t> Configure a cloud service or mobile app (e.g., Blynk) to receive data wirelessly from the ESP32 for real-time visualization and storage.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System Testing:</a:t>
            </a:r>
            <a:r>
              <a:rPr lang="en-US" dirty="0"/>
              <a:t> Conduct comprehensive testing to validate the functionality, data accuracy, and the threshold-based alert system for reliable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E5C079-D196-7A2B-282D-E887B1B6DED5}"/>
              </a:ext>
            </a:extLst>
          </p:cNvPr>
          <p:cNvSpPr txBox="1"/>
          <p:nvPr/>
        </p:nvSpPr>
        <p:spPr>
          <a:xfrm>
            <a:off x="11666483" y="6336268"/>
            <a:ext cx="325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01A9E3F-EB5A-BA61-65D5-323159546528}"/>
                  </a:ext>
                </a:extLst>
              </p14:cNvPr>
              <p14:cNvContentPartPr/>
              <p14:nvPr/>
            </p14:nvContentPartPr>
            <p14:xfrm>
              <a:off x="6573021" y="636112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01A9E3F-EB5A-BA61-65D5-3231595465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10021" y="629812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06FF0B7-E6E5-34DB-BF81-F6C8E4629685}"/>
                  </a:ext>
                </a:extLst>
              </p14:cNvPr>
              <p14:cNvContentPartPr/>
              <p14:nvPr/>
            </p14:nvContentPartPr>
            <p14:xfrm>
              <a:off x="5845461" y="5976642"/>
              <a:ext cx="3592440" cy="780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06FF0B7-E6E5-34DB-BF81-F6C8E462968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82821" y="5914002"/>
                <a:ext cx="3718080" cy="90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F93A936-CE40-0C42-51E2-8A511B7C4F5D}"/>
                  </a:ext>
                </a:extLst>
              </p14:cNvPr>
              <p14:cNvContentPartPr/>
              <p14:nvPr/>
            </p14:nvContentPartPr>
            <p14:xfrm>
              <a:off x="6585981" y="5857122"/>
              <a:ext cx="185400" cy="597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F93A936-CE40-0C42-51E2-8A511B7C4F5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23341" y="5794122"/>
                <a:ext cx="311040" cy="7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18B734D-922C-3B62-AF6E-0FFB47815795}"/>
                  </a:ext>
                </a:extLst>
              </p14:cNvPr>
              <p14:cNvContentPartPr/>
              <p14:nvPr/>
            </p14:nvContentPartPr>
            <p14:xfrm>
              <a:off x="609621" y="7572162"/>
              <a:ext cx="5400" cy="8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18B734D-922C-3B62-AF6E-0FFB4781579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6621" y="7509162"/>
                <a:ext cx="131040" cy="1339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9CD1476-6CE4-AF7C-3C45-31D9570AFF47}"/>
              </a:ext>
            </a:extLst>
          </p:cNvPr>
          <p:cNvSpPr txBox="1"/>
          <p:nvPr/>
        </p:nvSpPr>
        <p:spPr>
          <a:xfrm>
            <a:off x="11666483" y="6336268"/>
            <a:ext cx="325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3A966-E66F-D29B-FF4F-0A4BAE88F6CB}"/>
              </a:ext>
            </a:extLst>
          </p:cNvPr>
          <p:cNvSpPr txBox="1"/>
          <p:nvPr/>
        </p:nvSpPr>
        <p:spPr>
          <a:xfrm>
            <a:off x="3791543" y="6155742"/>
            <a:ext cx="410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sz="3200" dirty="0">
              <a:solidFill>
                <a:schemeClr val="bg1"/>
              </a:solidFill>
            </a:endParaRPr>
          </a:p>
        </p:txBody>
      </p:sp>
      <p:pic>
        <p:nvPicPr>
          <p:cNvPr id="12" name="Picture 11" descr="A diagram of a computer&#10;&#10;AI-generated content may be incorrect.">
            <a:extLst>
              <a:ext uri="{FF2B5EF4-FFF2-40B4-BE49-F238E27FC236}">
                <a16:creationId xmlns:a16="http://schemas.microsoft.com/office/drawing/2014/main" id="{19297049-E2F9-69F8-9428-8DB00011A8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92" y="339569"/>
            <a:ext cx="11174068" cy="56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E7A36-CF85-F692-658C-9F526CEF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6EE03AA-A146-4182-44CB-8FB838438026}"/>
                  </a:ext>
                </a:extLst>
              </p14:cNvPr>
              <p14:cNvContentPartPr/>
              <p14:nvPr/>
            </p14:nvContentPartPr>
            <p14:xfrm>
              <a:off x="6573021" y="636112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6EE03AA-A146-4182-44CB-8FB8384380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0021" y="629812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F206EC-69E3-AF53-0CDC-55BB1994469E}"/>
                  </a:ext>
                </a:extLst>
              </p14:cNvPr>
              <p14:cNvContentPartPr/>
              <p14:nvPr/>
            </p14:nvContentPartPr>
            <p14:xfrm>
              <a:off x="5845461" y="5976642"/>
              <a:ext cx="3592440" cy="780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CF206EC-69E3-AF53-0CDC-55BB199446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82821" y="5914002"/>
                <a:ext cx="3718080" cy="90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BEE717C-E608-8AED-26BE-AA13330BA5CD}"/>
                  </a:ext>
                </a:extLst>
              </p14:cNvPr>
              <p14:cNvContentPartPr/>
              <p14:nvPr/>
            </p14:nvContentPartPr>
            <p14:xfrm>
              <a:off x="6585981" y="5857122"/>
              <a:ext cx="185400" cy="597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BEE717C-E608-8AED-26BE-AA13330BA5C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23341" y="5794122"/>
                <a:ext cx="311040" cy="72288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 descr="A circuit board with wires and wires&#10;&#10;AI-generated content may be incorrect.">
            <a:extLst>
              <a:ext uri="{FF2B5EF4-FFF2-40B4-BE49-F238E27FC236}">
                <a16:creationId xmlns:a16="http://schemas.microsoft.com/office/drawing/2014/main" id="{6257148F-7048-943C-1362-05EA443A1F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" y="787917"/>
            <a:ext cx="11414760" cy="50692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F6FFFB-B7FC-99CA-9AC3-9026B7ADCF61}"/>
              </a:ext>
            </a:extLst>
          </p:cNvPr>
          <p:cNvSpPr txBox="1"/>
          <p:nvPr/>
        </p:nvSpPr>
        <p:spPr>
          <a:xfrm>
            <a:off x="3999536" y="6043880"/>
            <a:ext cx="39033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857B7-ED1A-92CA-BA4A-75C0BE4ECDFF}"/>
              </a:ext>
            </a:extLst>
          </p:cNvPr>
          <p:cNvSpPr txBox="1"/>
          <p:nvPr/>
        </p:nvSpPr>
        <p:spPr>
          <a:xfrm>
            <a:off x="11666483" y="6336268"/>
            <a:ext cx="325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916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E7333B-A283-802F-EF16-A33106543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&amp; Software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F81A5C0-93F6-A633-6144-333A357D2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&amp; Software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3AB19-3774-EC67-15D6-C653D6DC8F84}"/>
              </a:ext>
            </a:extLst>
          </p:cNvPr>
          <p:cNvSpPr txBox="1"/>
          <p:nvPr/>
        </p:nvSpPr>
        <p:spPr>
          <a:xfrm>
            <a:off x="853440" y="2591415"/>
            <a:ext cx="72948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Successfully Developed: A practical, low-cost IoT device for continuous remote monitoring of vital signs.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Successful real-time transmission of temperature, heart rate, and SpO2 data to a remote dashboard.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Enhances Patient Safety: Provides real-time data and automated alerts to caregivers, allowing for immediate response to health emergencies.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Improves Healthcare Efficiency: Reduces the need for manual checks, optimizes staff workload, and supports patient independence.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E1F14-C6AC-F33C-C9D3-3A59ABF05B2F}"/>
              </a:ext>
            </a:extLst>
          </p:cNvPr>
          <p:cNvSpPr txBox="1"/>
          <p:nvPr/>
        </p:nvSpPr>
        <p:spPr>
          <a:xfrm>
            <a:off x="11666483" y="6336268"/>
            <a:ext cx="325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DBCF0-09B1-16E9-D25A-1E989896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A6D09D-34CB-96D9-2B7F-41936E6E2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980" y="234955"/>
            <a:ext cx="10873740" cy="168020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1A7D17-DE38-047E-58F1-25A2BAAB58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66160" y="2413254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This project presents a practical and low-cost solution for remote patient monitoring using IoT technology.</a:t>
            </a:r>
          </a:p>
          <a:p>
            <a:r>
              <a:rPr lang="en-US" dirty="0"/>
              <a:t>By integrating readily available sensors with a Wi-Fi-enabled microcontroller, the system enhances patient safety and provides healthcare professionals with valuable real-time data.</a:t>
            </a:r>
          </a:p>
          <a:p>
            <a:pPr marL="342900" indent="-342900"/>
            <a:r>
              <a:rPr lang="en-US" dirty="0"/>
              <a:t>This system is a powerful example of how IoT can transform patient care, making it smarter, faster, and more reliable.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587DF6-C9F9-E36F-54B4-6FE34DF0B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898774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03927A5-D300-CD64-3625-5A5396496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85A0A5F-6C92-BF3B-AF24-B546F7ECC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F3DCAA7-9F58-9113-5A6E-B4AB93216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206DFF7-D5AC-D17D-EF4E-11E69541797D}"/>
              </a:ext>
            </a:extLst>
          </p:cNvPr>
          <p:cNvSpPr txBox="1"/>
          <p:nvPr/>
        </p:nvSpPr>
        <p:spPr>
          <a:xfrm>
            <a:off x="11634952" y="6346779"/>
            <a:ext cx="325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638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73CC-1310-D364-54C4-C3AAA8DCA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D21964-4F31-37FF-71C1-DF21ECF37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980" y="234955"/>
            <a:ext cx="10873740" cy="168020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DA72F6-5202-9E4C-8CFC-2A14AA76E2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87181" y="2411896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YouTube:-@aslamhossain1 https://youtube.com/@aslamhossain1?si=kGmsZKuLLw9qH4ZI.</a:t>
            </a:r>
          </a:p>
          <a:p>
            <a:r>
              <a:rPr lang="en-US" dirty="0"/>
              <a:t>Research Papers:-“IoT Based Patient Health Monitoring System Using ESP32 and Blynk App” — IJRASET.</a:t>
            </a:r>
          </a:p>
          <a:p>
            <a:pPr marL="342900" indent="-342900"/>
            <a:r>
              <a:rPr lang="en-US" dirty="0" err="1"/>
              <a:t>Github</a:t>
            </a:r>
            <a:r>
              <a:rPr lang="en-US" dirty="0"/>
              <a:t>:-https://github.com/aslam-Hossain-YT/IoT-Project-using-ESP32-ESP8266</a:t>
            </a:r>
          </a:p>
          <a:p>
            <a:pPr marL="342900" indent="-342900"/>
            <a:r>
              <a:rPr lang="en-US" dirty="0"/>
              <a:t>Research Papers:-“ IoT-Driven System for Continuous Monitoring of Heart Disease Patients Post-Surgery” (</a:t>
            </a:r>
            <a:r>
              <a:rPr lang="en-US" dirty="0" err="1"/>
              <a:t>arXiv</a:t>
            </a:r>
            <a:r>
              <a:rPr lang="en-US" dirty="0"/>
              <a:t>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9A80C2-3D6C-7FED-3284-C8D47EB54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898774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2169A8E-F80F-9332-8C77-8EC818A58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8799040-E23B-3D8A-6002-2415E4C41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BB77F98-0E18-E353-71C3-A6A4A4049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03D09F1-FA98-0DCC-B076-D2BE430B9505}"/>
              </a:ext>
            </a:extLst>
          </p:cNvPr>
          <p:cNvSpPr txBox="1"/>
          <p:nvPr/>
        </p:nvSpPr>
        <p:spPr>
          <a:xfrm>
            <a:off x="11634952" y="6346779"/>
            <a:ext cx="557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18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662</Words>
  <Application>Microsoft Office PowerPoint</Application>
  <PresentationFormat>Widescreen</PresentationFormat>
  <Paragraphs>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Franklin Gothic Book</vt:lpstr>
      <vt:lpstr>Franklin Gothic Demi</vt:lpstr>
      <vt:lpstr>Times New Roman</vt:lpstr>
      <vt:lpstr>Custom</vt:lpstr>
      <vt:lpstr>PowerPoint Presentation</vt:lpstr>
      <vt:lpstr>Agenda</vt:lpstr>
      <vt:lpstr>INTRODUCTION</vt:lpstr>
      <vt:lpstr>Problem Statement &amp; Motivation</vt:lpstr>
      <vt:lpstr>Literature Review</vt:lpstr>
      <vt:lpstr>Methodology</vt:lpstr>
      <vt:lpstr>PowerPoint Presentation</vt:lpstr>
      <vt:lpstr>PowerPoint Presentation</vt:lpstr>
      <vt:lpstr>Outcomes</vt:lpstr>
      <vt:lpstr>Conclusion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Mallikarjun Maigur</cp:lastModifiedBy>
  <cp:revision>3</cp:revision>
  <dcterms:created xsi:type="dcterms:W3CDTF">2023-12-20T08:12:12Z</dcterms:created>
  <dcterms:modified xsi:type="dcterms:W3CDTF">2025-10-08T15:15:11Z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